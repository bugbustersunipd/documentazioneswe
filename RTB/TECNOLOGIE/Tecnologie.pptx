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</p:sldIdLst>
  <p:sldSz cx="18288000" cy="10287000"/>
  <p:notesSz cx="6858000" cy="9144000"/>
  <p:embeddedFontLst>
    <p:embeddedFont>
      <p:font typeface="Goudy" panose="020B0604020202020204" charset="0"/>
      <p:regular r:id="rId10"/>
    </p:embeddedFont>
    <p:embeddedFont>
      <p:font typeface="Neue Montreal" panose="020B0604020202020204" charset="0"/>
      <p:regular r:id="rId11"/>
    </p:embeddedFont>
    <p:embeddedFont>
      <p:font typeface="Neue Montreal Bold" panose="020B0604020202020204" charset="0"/>
      <p:regular r:id="rId12"/>
    </p:embeddedFont>
    <p:embeddedFont>
      <p:font typeface="Overpass" panose="020B0604020202020204" charset="0"/>
      <p:regular r:id="rId13"/>
    </p:embeddedFont>
    <p:embeddedFont>
      <p:font typeface="Tenor Sans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AWS </a:t>
          </a:r>
          <a:r>
            <a:rPr lang="it-IT" b="1" dirty="0" err="1"/>
            <a:t>Bedrock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dirty="0"/>
            <a:t>Modello Amazon Nova Lite v1 per generazione testo e OCR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15A7613-7F13-47AE-9A9D-531FF89E08C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Converse API per generazione testo conversazionale</a:t>
          </a:r>
        </a:p>
      </dgm:t>
    </dgm:pt>
    <dgm:pt modelId="{560ADEAD-12A3-42A1-9F06-6A4A9970C65A}" type="parTrans" cxnId="{34B5FE1C-7742-4652-9590-D783F8DC8A91}">
      <dgm:prSet/>
      <dgm:spPr/>
      <dgm:t>
        <a:bodyPr/>
        <a:lstStyle/>
        <a:p>
          <a:endParaRPr lang="it-IT"/>
        </a:p>
      </dgm:t>
    </dgm:pt>
    <dgm:pt modelId="{0E80079A-E7C8-46D2-BA7D-0810DEEB2641}" type="sibTrans" cxnId="{34B5FE1C-7742-4652-9590-D783F8DC8A91}">
      <dgm:prSet/>
      <dgm:spPr/>
      <dgm:t>
        <a:bodyPr/>
        <a:lstStyle/>
        <a:p>
          <a:endParaRPr lang="it-IT"/>
        </a:p>
      </dgm:t>
    </dgm:pt>
    <dgm:pt modelId="{5F703E27-194A-43A3-A380-2A9162B72DC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System prompt personalizzato con descrizione azienda e tono</a:t>
          </a:r>
        </a:p>
      </dgm:t>
    </dgm:pt>
    <dgm:pt modelId="{5F8A755E-B426-489F-954E-6CF0608EF997}" type="parTrans" cxnId="{0810B2E6-C343-4CF5-8A38-64BDF85435AE}">
      <dgm:prSet/>
      <dgm:spPr/>
      <dgm:t>
        <a:bodyPr/>
        <a:lstStyle/>
        <a:p>
          <a:endParaRPr lang="it-IT"/>
        </a:p>
      </dgm:t>
    </dgm:pt>
    <dgm:pt modelId="{05CA66E2-1DEC-499C-AE8F-EB8522F352AC}" type="sibTrans" cxnId="{0810B2E6-C343-4CF5-8A38-64BDF85435AE}">
      <dgm:prSet/>
      <dgm:spPr/>
      <dgm:t>
        <a:bodyPr/>
        <a:lstStyle/>
        <a:p>
          <a:endParaRPr lang="it-IT"/>
        </a:p>
      </dgm:t>
    </dgm:pt>
    <dgm:pt modelId="{573BEE00-17A1-4930-80DA-675220DF42B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Mantenimento contesto conversazione multi-turn</a:t>
          </a:r>
        </a:p>
      </dgm:t>
    </dgm:pt>
    <dgm:pt modelId="{777DB149-DFF9-40F7-8E7B-FA60BEF58FD0}" type="parTrans" cxnId="{35202EAC-5F14-4E39-974C-FC904AF867BE}">
      <dgm:prSet/>
      <dgm:spPr/>
      <dgm:t>
        <a:bodyPr/>
        <a:lstStyle/>
        <a:p>
          <a:endParaRPr lang="it-IT"/>
        </a:p>
      </dgm:t>
    </dgm:pt>
    <dgm:pt modelId="{8904A72F-E509-44A7-9B2E-77549312C72A}" type="sibTrans" cxnId="{35202EAC-5F14-4E39-974C-FC904AF867BE}">
      <dgm:prSet/>
      <dgm:spPr/>
      <dgm:t>
        <a:bodyPr/>
        <a:lstStyle/>
        <a:p>
          <a:endParaRPr lang="it-IT"/>
        </a:p>
      </dgm:t>
    </dgm:pt>
    <dgm:pt modelId="{61458097-4C77-42A6-8D32-882C1B18DF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Generazione comunicazioni interne</a:t>
          </a:r>
        </a:p>
      </dgm:t>
    </dgm:pt>
    <dgm:pt modelId="{90240338-094A-4F35-9570-F3E3DD0398FC}" type="parTrans" cxnId="{E65CA12A-36A9-4F19-A445-FD1547CACE82}">
      <dgm:prSet/>
      <dgm:spPr/>
      <dgm:t>
        <a:bodyPr/>
        <a:lstStyle/>
        <a:p>
          <a:endParaRPr lang="it-IT"/>
        </a:p>
      </dgm:t>
    </dgm:pt>
    <dgm:pt modelId="{050C9686-ED79-41D7-97FE-2F109DE1A019}" type="sibTrans" cxnId="{E65CA12A-36A9-4F19-A445-FD1547CACE82}">
      <dgm:prSet/>
      <dgm:spPr/>
      <dgm:t>
        <a:bodyPr/>
        <a:lstStyle/>
        <a:p>
          <a:endParaRPr lang="it-IT"/>
        </a:p>
      </dgm:t>
    </dgm:pt>
    <dgm:pt modelId="{7316C1D6-5ECD-48F9-B1A0-54E3D68E01A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AI Co-Pilot </a:t>
          </a:r>
          <a:r>
            <a:rPr lang="it-IT" b="1" dirty="0" err="1"/>
            <a:t>Document</a:t>
          </a:r>
          <a:r>
            <a:rPr lang="it-IT" b="1" dirty="0"/>
            <a:t> Analysis</a:t>
          </a:r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OCR e analisi documenti (PDF, PNG, JPEG)</a:t>
          </a:r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Estrazione dati strutturati: tipo documento, dipendente, importo, date</a:t>
          </a:r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Output JSON validato per split e dispaccio automatico</a:t>
          </a:r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2DCD9DDB-175E-4941-A9CC-3968777E9C33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D20D7FDE-0E23-409C-9D26-4E8D3B54159C}" type="parTrans" cxnId="{45BADC90-1BEB-4E18-8E43-4B5414B02C6A}">
      <dgm:prSet/>
      <dgm:spPr/>
      <dgm:t>
        <a:bodyPr/>
        <a:lstStyle/>
        <a:p>
          <a:endParaRPr lang="it-IT"/>
        </a:p>
      </dgm:t>
    </dgm:pt>
    <dgm:pt modelId="{A660DBE3-BFC0-4334-BC1B-24BBEAA4886C}" type="sibTrans" cxnId="{45BADC90-1BEB-4E18-8E43-4B5414B02C6A}">
      <dgm:prSet/>
      <dgm:spPr/>
      <dgm:t>
        <a:bodyPr/>
        <a:lstStyle/>
        <a:p>
          <a:endParaRPr lang="it-IT"/>
        </a:p>
      </dgm:t>
    </dgm:pt>
    <dgm:pt modelId="{1679F55E-D649-48B2-9C4B-76263E62DB8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2F7EFB-3D8E-46E8-B901-1AF738F4CE41}" type="parTrans" cxnId="{87052C59-8C24-46BF-849D-B24A39398259}">
      <dgm:prSet/>
      <dgm:spPr/>
      <dgm:t>
        <a:bodyPr/>
        <a:lstStyle/>
        <a:p>
          <a:endParaRPr lang="it-IT"/>
        </a:p>
      </dgm:t>
    </dgm:pt>
    <dgm:pt modelId="{6D13BF0E-16AE-4192-AED0-F6BE07135CC9}" type="sibTrans" cxnId="{87052C59-8C24-46BF-849D-B24A39398259}">
      <dgm:prSet/>
      <dgm:spPr/>
      <dgm:t>
        <a:bodyPr/>
        <a:lstStyle/>
        <a:p>
          <a:endParaRPr lang="it-IT"/>
        </a:p>
      </dgm:t>
    </dgm:pt>
    <dgm:pt modelId="{BA6B229E-3562-42CB-9BDE-9840C2EAABCE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b="1" dirty="0"/>
            <a:t>• AI Assistant Generativo</a:t>
          </a:r>
          <a:endParaRPr lang="en-US" dirty="0"/>
        </a:p>
      </dgm:t>
    </dgm:pt>
    <dgm:pt modelId="{70A3C826-6850-42FF-83C7-F9DD4F109BBD}" type="parTrans" cxnId="{60C19F6E-51D4-469F-8CA2-D99A70A515A1}">
      <dgm:prSet/>
      <dgm:spPr/>
    </dgm:pt>
    <dgm:pt modelId="{90271237-C794-41DF-86D9-A2E26E60317C}" type="sibTrans" cxnId="{60C19F6E-51D4-469F-8CA2-D99A70A515A1}">
      <dgm:prSet/>
      <dgm:spPr/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2A270F06-6AE0-4AE2-8251-CC80407F0F76}" type="presOf" srcId="{FB7856FD-14F6-497F-A96F-439DE861ECA4}" destId="{8A748C3E-CE62-4E92-A0FE-1F5548AC9D02}" srcOrd="0" destOrd="0" presId="urn:microsoft.com/office/officeart/2005/8/layout/list1"/>
    <dgm:cxn modelId="{854A3A06-D304-4DF2-804D-CBCD835EE301}" srcId="{EE76E364-6A46-492A-9FD7-63C775ADA808}" destId="{7316C1D6-5ECD-48F9-B1A0-54E3D68E01A3}" srcOrd="4" destOrd="0" parTransId="{91CBBFC0-E109-45E8-AE61-AE718F4BCCE2}" sibTransId="{F262D59A-314C-42C3-882C-D827C4AB90C3}"/>
    <dgm:cxn modelId="{820B0608-61EF-4448-ACAC-A1FD73EC44C5}" type="presOf" srcId="{EE76E364-6A46-492A-9FD7-63C775ADA808}" destId="{0E75AC4A-956D-493C-A82B-572CF3B1603B}" srcOrd="0" destOrd="0" presId="urn:microsoft.com/office/officeart/2005/8/layout/list1"/>
    <dgm:cxn modelId="{84456A0F-5AE2-488D-A8D5-EE9F60F6E51F}" type="presOf" srcId="{2DCD9DDB-175E-4941-A9CC-3968777E9C33}" destId="{8A748C3E-CE62-4E92-A0FE-1F5548AC9D02}" srcOrd="0" destOrd="1" presId="urn:microsoft.com/office/officeart/2005/8/layout/list1"/>
    <dgm:cxn modelId="{34B5FE1C-7742-4652-9590-D783F8DC8A91}" srcId="{BA6B229E-3562-42CB-9BDE-9840C2EAABCE}" destId="{F15A7613-7F13-47AE-9A9D-531FF89E08C9}" srcOrd="0" destOrd="0" parTransId="{560ADEAD-12A3-42A1-9F06-6A4A9970C65A}" sibTransId="{0E80079A-E7C8-46D2-BA7D-0810DEEB2641}"/>
    <dgm:cxn modelId="{E65CA12A-36A9-4F19-A445-FD1547CACE82}" srcId="{BA6B229E-3562-42CB-9BDE-9840C2EAABCE}" destId="{61458097-4C77-42A6-8D32-882C1B18DFCC}" srcOrd="3" destOrd="0" parTransId="{90240338-094A-4F35-9570-F3E3DD0398FC}" sibTransId="{050C9686-ED79-41D7-97FE-2F109DE1A019}"/>
    <dgm:cxn modelId="{EC00DE42-10F8-4885-B700-1B3CDE89098C}" type="presOf" srcId="{BA6B229E-3562-42CB-9BDE-9840C2EAABCE}" destId="{8A748C3E-CE62-4E92-A0FE-1F5548AC9D02}" srcOrd="0" destOrd="2" presId="urn:microsoft.com/office/officeart/2005/8/layout/list1"/>
    <dgm:cxn modelId="{20413846-249F-4E5D-9D7F-CC0E76057FAC}" type="presOf" srcId="{573BEE00-17A1-4930-80DA-675220DF42B6}" destId="{8A748C3E-CE62-4E92-A0FE-1F5548AC9D02}" srcOrd="0" destOrd="5" presId="urn:microsoft.com/office/officeart/2005/8/layout/list1"/>
    <dgm:cxn modelId="{39637C4A-677F-47CB-825B-D8F1C2923F5C}" type="presOf" srcId="{7316C1D6-5ECD-48F9-B1A0-54E3D68E01A3}" destId="{8A748C3E-CE62-4E92-A0FE-1F5548AC9D02}" srcOrd="0" destOrd="8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6AA96252-4617-4C08-8FF2-7098BA23B694}" type="presOf" srcId="{1679F55E-D649-48B2-9C4B-76263E62DB87}" destId="{8A748C3E-CE62-4E92-A0FE-1F5548AC9D02}" srcOrd="0" destOrd="7" presId="urn:microsoft.com/office/officeart/2005/8/layout/list1"/>
    <dgm:cxn modelId="{148AF175-59E1-44CA-B663-939A813C060F}" type="presOf" srcId="{343EF0D1-E565-4655-813A-A0BAB2E4951B}" destId="{8A748C3E-CE62-4E92-A0FE-1F5548AC9D02}" srcOrd="0" destOrd="11" presId="urn:microsoft.com/office/officeart/2005/8/layout/list1"/>
    <dgm:cxn modelId="{87052C59-8C24-46BF-849D-B24A39398259}" srcId="{EE76E364-6A46-492A-9FD7-63C775ADA808}" destId="{1679F55E-D649-48B2-9C4B-76263E62DB87}" srcOrd="3" destOrd="0" parTransId="{7D2F7EFB-3D8E-46E8-B901-1AF738F4CE41}" sibTransId="{6D13BF0E-16AE-4192-AED0-F6BE07135CC9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44F1437F-C746-4481-9ADB-1CB2CD734DE5}" type="presOf" srcId="{EE76E364-6A46-492A-9FD7-63C775ADA808}" destId="{EF67F11A-FCD0-4E59-A23F-17BCC3FB1182}" srcOrd="1" destOrd="0" presId="urn:microsoft.com/office/officeart/2005/8/layout/list1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45BADC90-1BEB-4E18-8E43-4B5414B02C6A}" srcId="{EE76E364-6A46-492A-9FD7-63C775ADA808}" destId="{2DCD9DDB-175E-4941-A9CC-3968777E9C33}" srcOrd="1" destOrd="0" parTransId="{D20D7FDE-0E23-409C-9D26-4E8D3B54159C}" sibTransId="{A660DBE3-BFC0-4334-BC1B-24BBEAA4886C}"/>
    <dgm:cxn modelId="{D5EDF6A6-8802-4D34-8932-6452933E4646}" type="presOf" srcId="{872B9824-DA74-4B40-B6F5-B5162C203468}" destId="{8A748C3E-CE62-4E92-A0FE-1F5548AC9D02}" srcOrd="0" destOrd="9" presId="urn:microsoft.com/office/officeart/2005/8/layout/list1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35202EAC-5F14-4E39-974C-FC904AF867BE}" srcId="{BA6B229E-3562-42CB-9BDE-9840C2EAABCE}" destId="{573BEE00-17A1-4930-80DA-675220DF42B6}" srcOrd="2" destOrd="0" parTransId="{777DB149-DFF9-40F7-8E7B-FA60BEF58FD0}" sibTransId="{8904A72F-E509-44A7-9B2E-77549312C72A}"/>
    <dgm:cxn modelId="{AACD3FB9-8F13-4D26-8A56-879B25B1E89E}" type="presOf" srcId="{B89087CC-4968-4D9D-9400-D9BAF44B38F0}" destId="{8A748C3E-CE62-4E92-A0FE-1F5548AC9D02}" srcOrd="0" destOrd="10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CD10DCE2-5952-4248-BC38-B732392C23A5}" type="presOf" srcId="{F15A7613-7F13-47AE-9A9D-531FF89E08C9}" destId="{8A748C3E-CE62-4E92-A0FE-1F5548AC9D02}" srcOrd="0" destOrd="3" presId="urn:microsoft.com/office/officeart/2005/8/layout/list1"/>
    <dgm:cxn modelId="{0810B2E6-C343-4CF5-8A38-64BDF85435AE}" srcId="{BA6B229E-3562-42CB-9BDE-9840C2EAABCE}" destId="{5F703E27-194A-43A3-A380-2A9162B72DC2}" srcOrd="1" destOrd="0" parTransId="{5F8A755E-B426-489F-954E-6CF0608EF997}" sibTransId="{05CA66E2-1DEC-499C-AE8F-EB8522F352AC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0B6FFFEC-36D1-4559-8EF6-AB2121C6B9EF}" type="presOf" srcId="{5F703E27-194A-43A3-A380-2A9162B72DC2}" destId="{8A748C3E-CE62-4E92-A0FE-1F5548AC9D02}" srcOrd="0" destOrd="4" presId="urn:microsoft.com/office/officeart/2005/8/layout/list1"/>
    <dgm:cxn modelId="{023355FF-EB37-4CA0-9956-B0F7DCAA3F57}" type="presOf" srcId="{61458097-4C77-42A6-8D32-882C1B18DFCC}" destId="{8A748C3E-CE62-4E92-A0FE-1F5548AC9D02}" srcOrd="0" destOrd="6" presId="urn:microsoft.com/office/officeart/2005/8/layout/list1"/>
    <dgm:cxn modelId="{3DF822E8-82B6-403D-8F70-687BE16F89F8}" type="presParOf" srcId="{529C8736-509C-426A-B1AF-D9FE39FB5B28}" destId="{8BC7EA25-256B-410A-8E19-CC15A19D412A}" srcOrd="0" destOrd="0" presId="urn:microsoft.com/office/officeart/2005/8/layout/list1"/>
    <dgm:cxn modelId="{B01720AC-BA89-4B9D-8EF6-202BAF999D3A}" type="presParOf" srcId="{8BC7EA25-256B-410A-8E19-CC15A19D412A}" destId="{0E75AC4A-956D-493C-A82B-572CF3B1603B}" srcOrd="0" destOrd="0" presId="urn:microsoft.com/office/officeart/2005/8/layout/list1"/>
    <dgm:cxn modelId="{1F994049-92C7-4DA1-B7AE-5EB22743947C}" type="presParOf" srcId="{8BC7EA25-256B-410A-8E19-CC15A19D412A}" destId="{EF67F11A-FCD0-4E59-A23F-17BCC3FB1182}" srcOrd="1" destOrd="0" presId="urn:microsoft.com/office/officeart/2005/8/layout/list1"/>
    <dgm:cxn modelId="{B019D997-1CC2-4B50-91BB-8AD70ECA9F38}" type="presParOf" srcId="{529C8736-509C-426A-B1AF-D9FE39FB5B28}" destId="{E84E3A97-5D14-4C15-B06F-E00215B154CE}" srcOrd="1" destOrd="0" presId="urn:microsoft.com/office/officeart/2005/8/layout/list1"/>
    <dgm:cxn modelId="{4BD1268F-9F9E-46C2-AD3B-342BE0982D81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Struttura dati relazionale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Company: aziende che utilizzano la piattaforma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408BA750-0FA9-43D6-9570-FC03D29B357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Conversation + Message: storico conversazioni AI con contesto</a:t>
          </a:r>
        </a:p>
      </dgm:t>
    </dgm:pt>
    <dgm:pt modelId="{F268AC99-4CE0-47BA-9E2A-585B5B0674FA}" type="parTrans" cxnId="{1DD30A87-2D39-4C6A-B397-FBDBFECE6FE7}">
      <dgm:prSet/>
      <dgm:spPr/>
      <dgm:t>
        <a:bodyPr/>
        <a:lstStyle/>
        <a:p>
          <a:endParaRPr lang="it-IT"/>
        </a:p>
      </dgm:t>
    </dgm:pt>
    <dgm:pt modelId="{9A3E9596-29FE-48AA-810B-729B79CA1295}" type="sibTrans" cxnId="{1DD30A87-2D39-4C6A-B397-FBDBFECE6FE7}">
      <dgm:prSet/>
      <dgm:spPr/>
      <dgm:t>
        <a:bodyPr/>
        <a:lstStyle/>
        <a:p>
          <a:endParaRPr lang="it-IT"/>
        </a:p>
      </dgm:t>
    </dgm:pt>
    <dgm:pt modelId="{5FDB182A-1DEE-44D7-BFED-BBF945EE62C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Tone: toni comunicativi personalizzati per azienda</a:t>
          </a:r>
        </a:p>
      </dgm:t>
    </dgm:pt>
    <dgm:pt modelId="{153A0FBC-C140-4356-8583-2D0BF651200B}" type="parTrans" cxnId="{6BF2D5D0-E18E-4BCB-B6D0-F34ACE3C880C}">
      <dgm:prSet/>
      <dgm:spPr/>
      <dgm:t>
        <a:bodyPr/>
        <a:lstStyle/>
        <a:p>
          <a:endParaRPr lang="it-IT"/>
        </a:p>
      </dgm:t>
    </dgm:pt>
    <dgm:pt modelId="{BBA2B99B-BDFA-4A8E-8555-F07CD7C8A06B}" type="sibTrans" cxnId="{6BF2D5D0-E18E-4BCB-B6D0-F34ACE3C880C}">
      <dgm:prSet/>
      <dgm:spPr/>
      <dgm:t>
        <a:bodyPr/>
        <a:lstStyle/>
        <a:p>
          <a:endParaRPr lang="it-IT"/>
        </a:p>
      </dgm:t>
    </dgm:pt>
    <dgm:pt modelId="{2002B1BF-C305-46F1-9A72-54F7C946E18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</a:t>
          </a:r>
          <a:r>
            <a:rPr lang="it-IT" dirty="0"/>
            <a:t>: metadati documenti con status (</a:t>
          </a:r>
          <a:r>
            <a:rPr lang="it-IT" dirty="0" err="1"/>
            <a:t>pending</a:t>
          </a:r>
          <a:r>
            <a:rPr lang="it-IT" dirty="0"/>
            <a:t>/processing/</a:t>
          </a:r>
          <a:r>
            <a:rPr lang="it-IT" dirty="0" err="1"/>
            <a:t>completed</a:t>
          </a:r>
          <a:r>
            <a:rPr lang="it-IT" dirty="0"/>
            <a:t>)</a:t>
          </a:r>
        </a:p>
      </dgm:t>
    </dgm:pt>
    <dgm:pt modelId="{A07200E9-F459-4499-9625-95D6F1E16479}" type="parTrans" cxnId="{24BAC226-2B67-4D2C-AF64-512D2E4C11FC}">
      <dgm:prSet/>
      <dgm:spPr/>
      <dgm:t>
        <a:bodyPr/>
        <a:lstStyle/>
        <a:p>
          <a:endParaRPr lang="it-IT"/>
        </a:p>
      </dgm:t>
    </dgm:pt>
    <dgm:pt modelId="{2264891B-C779-4212-854F-6CF8129FC93B}" type="sibTrans" cxnId="{24BAC226-2B67-4D2C-AF64-512D2E4C11FC}">
      <dgm:prSet/>
      <dgm:spPr/>
      <dgm:t>
        <a:bodyPr/>
        <a:lstStyle/>
        <a:p>
          <a:endParaRPr lang="it-IT"/>
        </a:p>
      </dgm:t>
    </dgm:pt>
    <dgm:pt modelId="{75760154-6F25-4950-89B9-9CF9FC7549C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Record ORM</a:t>
          </a:r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5045A031-9788-493D-B27E-67F1986B68B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Relazioni: Company has_many Documents, Conversations, Tones</a:t>
          </a:r>
          <a:endParaRPr lang="it-IT"/>
        </a:p>
      </dgm:t>
    </dgm:pt>
    <dgm:pt modelId="{532C06C4-FE9B-4EAC-B031-20C229257888}" type="parTrans" cxnId="{1FB8C610-6432-4AF1-8C99-B5A34E7E6A85}">
      <dgm:prSet/>
      <dgm:spPr/>
      <dgm:t>
        <a:bodyPr/>
        <a:lstStyle/>
        <a:p>
          <a:endParaRPr lang="it-IT"/>
        </a:p>
      </dgm:t>
    </dgm:pt>
    <dgm:pt modelId="{F6E2A9B9-B621-4170-AC4B-AB4079A318BF}" type="sibTrans" cxnId="{1FB8C610-6432-4AF1-8C99-B5A34E7E6A85}">
      <dgm:prSet/>
      <dgm:spPr/>
      <dgm:t>
        <a:bodyPr/>
        <a:lstStyle/>
        <a:p>
          <a:endParaRPr lang="it-IT"/>
        </a:p>
      </dgm:t>
    </dgm:pt>
    <dgm:pt modelId="{5C5C5E19-B2D2-468A-A936-7BF37E9F8C7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Validazioni, enum per status, callbacks lifecycle</a:t>
          </a:r>
          <a:endParaRPr lang="it-IT"/>
        </a:p>
      </dgm:t>
    </dgm:pt>
    <dgm:pt modelId="{0B004B41-3091-4786-9AE7-32ACED007C14}" type="parTrans" cxnId="{EB7EBDDE-F976-4F14-9E0A-3B6356EDFD93}">
      <dgm:prSet/>
      <dgm:spPr/>
      <dgm:t>
        <a:bodyPr/>
        <a:lstStyle/>
        <a:p>
          <a:endParaRPr lang="it-IT"/>
        </a:p>
      </dgm:t>
    </dgm:pt>
    <dgm:pt modelId="{8CC2B502-BCB2-4D1C-AD2F-EFB1F4362593}" type="sibTrans" cxnId="{EB7EBDDE-F976-4F14-9E0A-3B6356EDFD93}">
      <dgm:prSet/>
      <dgm:spPr/>
      <dgm:t>
        <a:bodyPr/>
        <a:lstStyle/>
        <a:p>
          <a:endParaRPr lang="it-IT"/>
        </a:p>
      </dgm:t>
    </dgm:pt>
    <dgm:pt modelId="{DBCB3B09-439F-4866-90C4-B949EECCBE4E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JSON </a:t>
          </a:r>
          <a:r>
            <a:rPr lang="it-IT" dirty="0" err="1"/>
            <a:t>column</a:t>
          </a:r>
          <a:r>
            <a:rPr lang="it-IT" dirty="0"/>
            <a:t> (</a:t>
          </a:r>
          <a:r>
            <a:rPr lang="it-IT" dirty="0" err="1"/>
            <a:t>ai_data</a:t>
          </a:r>
          <a:r>
            <a:rPr lang="it-IT" dirty="0"/>
            <a:t>) per salvare dati estratti da </a:t>
          </a:r>
          <a:r>
            <a:rPr lang="it-IT" dirty="0" err="1"/>
            <a:t>Bedrock</a:t>
          </a:r>
          <a:endParaRPr lang="it-IT" dirty="0"/>
        </a:p>
      </dgm:t>
    </dgm:pt>
    <dgm:pt modelId="{80A1B53E-2029-490F-B4C5-72C474F8A936}" type="parTrans" cxnId="{DAEA42DE-A81C-41B3-B45C-E0F7E86C2608}">
      <dgm:prSet/>
      <dgm:spPr/>
      <dgm:t>
        <a:bodyPr/>
        <a:lstStyle/>
        <a:p>
          <a:endParaRPr lang="it-IT"/>
        </a:p>
      </dgm:t>
    </dgm:pt>
    <dgm:pt modelId="{F8014117-ADF5-4381-A03D-00DBD689B22A}" type="sibTrans" cxnId="{DAEA42DE-A81C-41B3-B45C-E0F7E86C2608}">
      <dgm:prSet/>
      <dgm:spPr/>
      <dgm:t>
        <a:bodyPr/>
        <a:lstStyle/>
        <a:p>
          <a:endParaRPr lang="it-IT"/>
        </a:p>
      </dgm:t>
    </dgm:pt>
    <dgm:pt modelId="{F8EFD2C1-0F92-46D0-B280-438E38B47423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1FB8C610-6432-4AF1-8C99-B5A34E7E6A85}" srcId="{75760154-6F25-4950-89B9-9CF9FC7549C3}" destId="{5045A031-9788-493D-B27E-67F1986B68B7}" srcOrd="0" destOrd="0" parTransId="{532C06C4-FE9B-4EAC-B031-20C229257888}" sibTransId="{F6E2A9B9-B621-4170-AC4B-AB4079A318BF}"/>
    <dgm:cxn modelId="{CFEBE311-F2F4-48AE-8755-C2D0422F7F96}" type="presOf" srcId="{52FB12EC-3A86-437D-8162-C9740689D435}" destId="{8A748C3E-CE62-4E92-A0FE-1F5548AC9D02}" srcOrd="0" destOrd="1" presId="urn:microsoft.com/office/officeart/2005/8/layout/list1"/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24BAC226-2B67-4D2C-AF64-512D2E4C11FC}" srcId="{FB7856FD-14F6-497F-A96F-439DE861ECA4}" destId="{2002B1BF-C305-46F1-9A72-54F7C946E189}" srcOrd="3" destOrd="0" parTransId="{A07200E9-F459-4499-9625-95D6F1E16479}" sibTransId="{2264891B-C779-4212-854F-6CF8129FC93B}"/>
    <dgm:cxn modelId="{DBE0AE33-2290-4E80-9BC8-8A42CD542C2A}" type="presOf" srcId="{408BA750-0FA9-43D6-9570-FC03D29B357C}" destId="{8A748C3E-CE62-4E92-A0FE-1F5548AC9D02}" srcOrd="0" destOrd="2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8A89695B-86B2-4592-B9C9-6143CA1338E3}" type="presOf" srcId="{5FDB182A-1DEE-44D7-BFED-BBF945EE62CB}" destId="{8A748C3E-CE62-4E92-A0FE-1F5548AC9D02}" srcOrd="0" destOrd="3" presId="urn:microsoft.com/office/officeart/2005/8/layout/list1"/>
    <dgm:cxn modelId="{EEDAF446-C98D-48BA-A5AC-0923FEB5A3F9}" type="presOf" srcId="{5045A031-9788-493D-B27E-67F1986B68B7}" destId="{8A748C3E-CE62-4E92-A0FE-1F5548AC9D02}" srcOrd="0" destOrd="7" presId="urn:microsoft.com/office/officeart/2005/8/layout/list1"/>
    <dgm:cxn modelId="{0BC9C054-3597-4B1B-BFC2-AB844C29AAC9}" type="presOf" srcId="{F8EFD2C1-0F92-46D0-B280-438E38B47423}" destId="{8A748C3E-CE62-4E92-A0FE-1F5548AC9D02}" srcOrd="0" destOrd="5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1DD30A87-2D39-4C6A-B397-FBDBFECE6FE7}" srcId="{FB7856FD-14F6-497F-A96F-439DE861ECA4}" destId="{408BA750-0FA9-43D6-9570-FC03D29B357C}" srcOrd="1" destOrd="0" parTransId="{F268AC99-4CE0-47BA-9E2A-585B5B0674FA}" sibTransId="{9A3E9596-29FE-48AA-810B-729B79CA1295}"/>
    <dgm:cxn modelId="{1F326F96-74B2-4E35-AD0B-367E588DABA4}" type="presOf" srcId="{5C5C5E19-B2D2-468A-A936-7BF37E9F8C73}" destId="{8A748C3E-CE62-4E92-A0FE-1F5548AC9D02}" srcOrd="0" destOrd="8" presId="urn:microsoft.com/office/officeart/2005/8/layout/list1"/>
    <dgm:cxn modelId="{57E6E7A2-8B84-40E9-A2BC-9F929492C7AC}" type="presOf" srcId="{75760154-6F25-4950-89B9-9CF9FC7549C3}" destId="{8A748C3E-CE62-4E92-A0FE-1F5548AC9D02}" srcOrd="0" destOrd="6" presId="urn:microsoft.com/office/officeart/2005/8/layout/list1"/>
    <dgm:cxn modelId="{E47CEAC2-60B6-4369-8E67-C27CD02C2B87}" type="presOf" srcId="{2002B1BF-C305-46F1-9A72-54F7C946E189}" destId="{8A748C3E-CE62-4E92-A0FE-1F5548AC9D02}" srcOrd="0" destOrd="4" presId="urn:microsoft.com/office/officeart/2005/8/layout/list1"/>
    <dgm:cxn modelId="{6BF2D5D0-E18E-4BCB-B6D0-F34ACE3C880C}" srcId="{FB7856FD-14F6-497F-A96F-439DE861ECA4}" destId="{5FDB182A-1DEE-44D7-BFED-BBF945EE62CB}" srcOrd="2" destOrd="0" parTransId="{153A0FBC-C140-4356-8583-2D0BF651200B}" sibTransId="{BBA2B99B-BDFA-4A8E-8555-F07CD7C8A06B}"/>
    <dgm:cxn modelId="{DAEA42DE-A81C-41B3-B45C-E0F7E86C2608}" srcId="{75760154-6F25-4950-89B9-9CF9FC7549C3}" destId="{DBCB3B09-439F-4866-90C4-B949EECCBE4E}" srcOrd="2" destOrd="0" parTransId="{80A1B53E-2029-490F-B4C5-72C474F8A936}" sibTransId="{F8014117-ADF5-4381-A03D-00DBD689B22A}"/>
    <dgm:cxn modelId="{EB7EBDDE-F976-4F14-9E0A-3B6356EDFD93}" srcId="{75760154-6F25-4950-89B9-9CF9FC7549C3}" destId="{5C5C5E19-B2D2-468A-A936-7BF37E9F8C73}" srcOrd="1" destOrd="0" parTransId="{0B004B41-3091-4786-9AE7-32ACED007C14}" sibTransId="{8CC2B502-BCB2-4D1C-AD2F-EFB1F4362593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5F8F92EB-50B5-44AD-B1FF-47D707FDF7B2}" type="presOf" srcId="{FB7856FD-14F6-497F-A96F-439DE861ECA4}" destId="{8A748C3E-CE62-4E92-A0FE-1F5548AC9D02}" srcOrd="0" destOrd="0" presId="urn:microsoft.com/office/officeart/2005/8/layout/list1"/>
    <dgm:cxn modelId="{904D3CEE-C5A1-4473-8793-0292B67E613D}" type="presOf" srcId="{DBCB3B09-439F-4866-90C4-B949EECCBE4E}" destId="{8A748C3E-CE62-4E92-A0FE-1F5548AC9D02}" srcOrd="0" destOrd="9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6C348AF7-C2E8-4FA3-9C14-67012269D77B}" type="presOf" srcId="{EE76E364-6A46-492A-9FD7-63C775ADA808}" destId="{EF67F11A-FCD0-4E59-A23F-17BCC3FB1182}" srcOrd="1" destOrd="0" presId="urn:microsoft.com/office/officeart/2005/8/layout/list1"/>
    <dgm:cxn modelId="{788CE9F8-7388-45A5-8222-B04CD3855CFC}" type="presOf" srcId="{EE76E364-6A46-492A-9FD7-63C775ADA808}" destId="{0E75AC4A-956D-493C-A82B-572CF3B1603B}" srcOrd="0" destOrd="0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CB6F8F2B-A478-4BA2-A44A-534C24A7F190}" type="presParOf" srcId="{529C8736-509C-426A-B1AF-D9FE39FB5B28}" destId="{8BC7EA25-256B-410A-8E19-CC15A19D412A}" srcOrd="0" destOrd="0" presId="urn:microsoft.com/office/officeart/2005/8/layout/list1"/>
    <dgm:cxn modelId="{BE58CEBB-4F1B-4A04-94DE-6B7B71E004F0}" type="presParOf" srcId="{8BC7EA25-256B-410A-8E19-CC15A19D412A}" destId="{0E75AC4A-956D-493C-A82B-572CF3B1603B}" srcOrd="0" destOrd="0" presId="urn:microsoft.com/office/officeart/2005/8/layout/list1"/>
    <dgm:cxn modelId="{BB2B70D8-6937-462B-BC87-D942C36A8F52}" type="presParOf" srcId="{8BC7EA25-256B-410A-8E19-CC15A19D412A}" destId="{EF67F11A-FCD0-4E59-A23F-17BCC3FB1182}" srcOrd="1" destOrd="0" presId="urn:microsoft.com/office/officeart/2005/8/layout/list1"/>
    <dgm:cxn modelId="{0276A569-F1D8-4B2A-9825-33EB0A54231B}" type="presParOf" srcId="{529C8736-509C-426A-B1AF-D9FE39FB5B28}" destId="{E84E3A97-5D14-4C15-B06F-E00215B154CE}" srcOrd="1" destOrd="0" presId="urn:microsoft.com/office/officeart/2005/8/layout/list1"/>
    <dgm:cxn modelId="{3027F928-B6B9-4AAC-9558-9471D0B9895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Architettura del Sistema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dirty="0">
              <a:solidFill>
                <a:srgbClr val="FF0000"/>
              </a:solidFill>
            </a:rPr>
            <a:t>FLUSSO DATI COMPLETO:</a:t>
          </a:r>
          <a:endParaRPr lang="en-US" dirty="0">
            <a:solidFill>
              <a:srgbClr val="FF0000"/>
            </a:solidFill>
          </a:endParaRPr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A57B0B63-57E1-438D-8C20-559CDB1F5AD6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1. </a:t>
          </a:r>
          <a:r>
            <a:rPr lang="it-IT" b="1" dirty="0" err="1"/>
            <a:t>Frontend</a:t>
          </a:r>
          <a:r>
            <a:rPr lang="it-IT" b="1" dirty="0"/>
            <a:t> </a:t>
          </a:r>
          <a:r>
            <a:rPr lang="it-IT" b="1" dirty="0" err="1"/>
            <a:t>Angular</a:t>
          </a:r>
          <a:endParaRPr lang="it-IT" b="1" dirty="0"/>
        </a:p>
      </dgm:t>
    </dgm:pt>
    <dgm:pt modelId="{82FBF902-D0A1-4808-A012-12D1F23A10CF}" type="parTrans" cxnId="{0BD6DEFE-112F-4B6A-94DC-89573A58DBA0}">
      <dgm:prSet/>
      <dgm:spPr/>
      <dgm:t>
        <a:bodyPr/>
        <a:lstStyle/>
        <a:p>
          <a:endParaRPr lang="it-IT"/>
        </a:p>
      </dgm:t>
    </dgm:pt>
    <dgm:pt modelId="{3D92DFB8-1946-4CBD-A87D-BC6D6F80F0E8}" type="sibTrans" cxnId="{0BD6DEFE-112F-4B6A-94DC-89573A58DBA0}">
      <dgm:prSet/>
      <dgm:spPr/>
      <dgm:t>
        <a:bodyPr/>
        <a:lstStyle/>
        <a:p>
          <a:endParaRPr lang="it-IT"/>
        </a:p>
      </dgm:t>
    </dgm:pt>
    <dgm:pt modelId="{2D0B8079-1B2E-45B6-840D-E98D1618D491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Interfaccia utente con Angular Material</a:t>
          </a:r>
        </a:p>
      </dgm:t>
    </dgm:pt>
    <dgm:pt modelId="{936004B0-A6BD-4B51-9D0C-C11FC046D632}" type="parTrans" cxnId="{227E9F6D-9013-47A5-8B50-5CE81079ECC3}">
      <dgm:prSet/>
      <dgm:spPr/>
      <dgm:t>
        <a:bodyPr/>
        <a:lstStyle/>
        <a:p>
          <a:endParaRPr lang="it-IT"/>
        </a:p>
      </dgm:t>
    </dgm:pt>
    <dgm:pt modelId="{F249388A-B47D-4759-86FD-C8329FC1B4EA}" type="sibTrans" cxnId="{227E9F6D-9013-47A5-8B50-5CE81079ECC3}">
      <dgm:prSet/>
      <dgm:spPr/>
      <dgm:t>
        <a:bodyPr/>
        <a:lstStyle/>
        <a:p>
          <a:endParaRPr lang="it-IT"/>
        </a:p>
      </dgm:t>
    </dgm:pt>
    <dgm:pt modelId="{ED16153C-FB1C-48BB-86BA-45A057F1BE6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Chiamate</a:t>
          </a:r>
          <a:r>
            <a:rPr lang="en-US" dirty="0"/>
            <a:t> HTTP (</a:t>
          </a:r>
          <a:r>
            <a:rPr lang="en-US" dirty="0" err="1"/>
            <a:t>RxJS</a:t>
          </a:r>
          <a:r>
            <a:rPr lang="en-US" dirty="0"/>
            <a:t>) al backend Rails</a:t>
          </a:r>
          <a:endParaRPr lang="it-IT" dirty="0"/>
        </a:p>
      </dgm:t>
    </dgm:pt>
    <dgm:pt modelId="{FC22BF41-B981-482E-8F28-F2C9271C3468}" type="parTrans" cxnId="{40039E30-83D9-49B5-87F8-670CE956DCCB}">
      <dgm:prSet/>
      <dgm:spPr/>
      <dgm:t>
        <a:bodyPr/>
        <a:lstStyle/>
        <a:p>
          <a:endParaRPr lang="it-IT"/>
        </a:p>
      </dgm:t>
    </dgm:pt>
    <dgm:pt modelId="{E57F625B-DE01-469B-BBAC-08D0E9E5EB96}" type="sibTrans" cxnId="{40039E30-83D9-49B5-87F8-670CE956DCCB}">
      <dgm:prSet/>
      <dgm:spPr/>
      <dgm:t>
        <a:bodyPr/>
        <a:lstStyle/>
        <a:p>
          <a:endParaRPr lang="it-IT"/>
        </a:p>
      </dgm:t>
    </dgm:pt>
    <dgm:pt modelId="{7E067373-7D11-40A3-8B8D-545F44EC9074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2. </a:t>
          </a:r>
          <a:r>
            <a:rPr lang="it-IT" b="1" dirty="0" err="1"/>
            <a:t>Backend</a:t>
          </a:r>
          <a:r>
            <a:rPr lang="it-IT" b="1" dirty="0"/>
            <a:t> </a:t>
          </a:r>
          <a:r>
            <a:rPr lang="it-IT" b="1" dirty="0" err="1"/>
            <a:t>Rails</a:t>
          </a:r>
          <a:r>
            <a:rPr lang="it-IT" b="1" dirty="0"/>
            <a:t> API</a:t>
          </a:r>
        </a:p>
      </dgm:t>
    </dgm:pt>
    <dgm:pt modelId="{31D18A0D-1704-40E7-91BF-EEA4F2E29231}" type="parTrans" cxnId="{31404B45-6A14-4DC8-9A35-CC2B900EA1E1}">
      <dgm:prSet/>
      <dgm:spPr/>
      <dgm:t>
        <a:bodyPr/>
        <a:lstStyle/>
        <a:p>
          <a:endParaRPr lang="it-IT"/>
        </a:p>
      </dgm:t>
    </dgm:pt>
    <dgm:pt modelId="{8DCB4033-A256-480E-AB3A-E6C35E4EB0B6}" type="sibTrans" cxnId="{31404B45-6A14-4DC8-9A35-CC2B900EA1E1}">
      <dgm:prSet/>
      <dgm:spPr/>
      <dgm:t>
        <a:bodyPr/>
        <a:lstStyle/>
        <a:p>
          <a:endParaRPr lang="it-IT"/>
        </a:p>
      </dgm:t>
    </dgm:pt>
    <dgm:pt modelId="{B8C4061F-B0C1-4865-9F4A-A39DDC3DA38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Controller gestiscono richieste HTTP</a:t>
          </a:r>
        </a:p>
      </dgm:t>
    </dgm:pt>
    <dgm:pt modelId="{25B4394C-628E-4D37-841D-98BE6491459E}" type="parTrans" cxnId="{BC3D092F-155B-43F0-9D65-67AF456086B5}">
      <dgm:prSet/>
      <dgm:spPr/>
      <dgm:t>
        <a:bodyPr/>
        <a:lstStyle/>
        <a:p>
          <a:endParaRPr lang="it-IT"/>
        </a:p>
      </dgm:t>
    </dgm:pt>
    <dgm:pt modelId="{583EAA65-D63C-4D00-9251-9E547EDC776F}" type="sibTrans" cxnId="{BC3D092F-155B-43F0-9D65-67AF456086B5}">
      <dgm:prSet/>
      <dgm:spPr/>
      <dgm:t>
        <a:bodyPr/>
        <a:lstStyle/>
        <a:p>
          <a:endParaRPr lang="it-IT"/>
        </a:p>
      </dgm:t>
    </dgm:pt>
    <dgm:pt modelId="{F922B608-804B-468B-83E7-1647AF667D3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Service orchestrano logica business</a:t>
          </a:r>
        </a:p>
      </dgm:t>
    </dgm:pt>
    <dgm:pt modelId="{6CBA3C98-3BBE-4350-9220-B486223C7691}" type="parTrans" cxnId="{D765AC66-EC41-4D6A-AB37-8514B81DA74E}">
      <dgm:prSet/>
      <dgm:spPr/>
      <dgm:t>
        <a:bodyPr/>
        <a:lstStyle/>
        <a:p>
          <a:endParaRPr lang="it-IT"/>
        </a:p>
      </dgm:t>
    </dgm:pt>
    <dgm:pt modelId="{E0A982DF-59AF-4E62-8953-92BFCC3FCA45}" type="sibTrans" cxnId="{D765AC66-EC41-4D6A-AB37-8514B81DA74E}">
      <dgm:prSet/>
      <dgm:spPr/>
      <dgm:t>
        <a:bodyPr/>
        <a:lstStyle/>
        <a:p>
          <a:endParaRPr lang="it-IT"/>
        </a:p>
      </dgm:t>
    </dgm:pt>
    <dgm:pt modelId="{2E058403-35BD-4FEC-BBA5-AE3ABB1DC43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Active Record per persistenza su </a:t>
          </a:r>
          <a:r>
            <a:rPr lang="it-IT" dirty="0" err="1"/>
            <a:t>PostgreSQL</a:t>
          </a:r>
          <a:endParaRPr lang="it-IT" dirty="0"/>
        </a:p>
      </dgm:t>
    </dgm:pt>
    <dgm:pt modelId="{61E8ACE7-39FE-46CC-A5C5-C64869D29092}" type="parTrans" cxnId="{038409ED-5692-4D09-8466-7F1643D00BC9}">
      <dgm:prSet/>
      <dgm:spPr/>
      <dgm:t>
        <a:bodyPr/>
        <a:lstStyle/>
        <a:p>
          <a:endParaRPr lang="it-IT"/>
        </a:p>
      </dgm:t>
    </dgm:pt>
    <dgm:pt modelId="{D00DADF2-7E5C-40C8-8938-2D542FCEE672}" type="sibTrans" cxnId="{038409ED-5692-4D09-8466-7F1643D00BC9}">
      <dgm:prSet/>
      <dgm:spPr/>
      <dgm:t>
        <a:bodyPr/>
        <a:lstStyle/>
        <a:p>
          <a:endParaRPr lang="it-IT"/>
        </a:p>
      </dgm:t>
    </dgm:pt>
    <dgm:pt modelId="{BD6A0265-198F-4EF6-8B59-86361012C5BA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3. AI Services</a:t>
          </a:r>
        </a:p>
      </dgm:t>
    </dgm:pt>
    <dgm:pt modelId="{ACF75620-18DD-4CE3-AA1F-92E5C5D592BA}" type="parTrans" cxnId="{43FDFAF6-0FEC-4EC0-9EF8-895409CBC96A}">
      <dgm:prSet/>
      <dgm:spPr/>
      <dgm:t>
        <a:bodyPr/>
        <a:lstStyle/>
        <a:p>
          <a:endParaRPr lang="it-IT"/>
        </a:p>
      </dgm:t>
    </dgm:pt>
    <dgm:pt modelId="{71CD95BA-384F-4F66-A277-77FD5AC407E9}" type="sibTrans" cxnId="{43FDFAF6-0FEC-4EC0-9EF8-895409CBC96A}">
      <dgm:prSet/>
      <dgm:spPr/>
      <dgm:t>
        <a:bodyPr/>
        <a:lstStyle/>
        <a:p>
          <a:endParaRPr lang="it-IT"/>
        </a:p>
      </dgm:t>
    </dgm:pt>
    <dgm:pt modelId="{4CAD40C0-2A10-428B-AF1D-F4D3073E78D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AiService chiama AWS Bedrock Converse API</a:t>
          </a:r>
          <a:endParaRPr lang="it-IT"/>
        </a:p>
      </dgm:t>
    </dgm:pt>
    <dgm:pt modelId="{1A67CDCB-3E5C-4185-912A-8DFA57752D0F}" type="parTrans" cxnId="{0EFC82ED-78F2-479A-A9F9-FDA3A5F07B1A}">
      <dgm:prSet/>
      <dgm:spPr/>
      <dgm:t>
        <a:bodyPr/>
        <a:lstStyle/>
        <a:p>
          <a:endParaRPr lang="it-IT"/>
        </a:p>
      </dgm:t>
    </dgm:pt>
    <dgm:pt modelId="{D2DF7816-0599-4813-9971-35BCAF8621F1}" type="sibTrans" cxnId="{0EFC82ED-78F2-479A-A9F9-FDA3A5F07B1A}">
      <dgm:prSet/>
      <dgm:spPr/>
      <dgm:t>
        <a:bodyPr/>
        <a:lstStyle/>
        <a:p>
          <a:endParaRPr lang="it-IT"/>
        </a:p>
      </dgm:t>
    </dgm:pt>
    <dgm:pt modelId="{E9C31D96-DF1B-485E-A373-0879F607346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DocumentAnalysisService</a:t>
          </a:r>
          <a:r>
            <a:rPr lang="it-IT" dirty="0"/>
            <a:t> processa documenti</a:t>
          </a:r>
        </a:p>
      </dgm:t>
    </dgm:pt>
    <dgm:pt modelId="{C8FB7BB2-D6A3-4C7F-AED7-5D894D32DBC3}" type="parTrans" cxnId="{06C465AD-1B33-4450-AB64-25EB9A03EA3F}">
      <dgm:prSet/>
      <dgm:spPr/>
      <dgm:t>
        <a:bodyPr/>
        <a:lstStyle/>
        <a:p>
          <a:endParaRPr lang="it-IT"/>
        </a:p>
      </dgm:t>
    </dgm:pt>
    <dgm:pt modelId="{AA9BF7F0-DCE3-4323-91E7-2940331639A3}" type="sibTrans" cxnId="{06C465AD-1B33-4450-AB64-25EB9A03EA3F}">
      <dgm:prSet/>
      <dgm:spPr/>
      <dgm:t>
        <a:bodyPr/>
        <a:lstStyle/>
        <a:p>
          <a:endParaRPr lang="it-IT"/>
        </a:p>
      </dgm:t>
    </dgm:pt>
    <dgm:pt modelId="{53AAE270-060E-452E-A212-4205414C49E6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CF5B42B0-C1AD-427C-9946-4C36606FD25B}" type="parTrans" cxnId="{A0C41FB8-456F-4F56-8059-574694FCD266}">
      <dgm:prSet/>
      <dgm:spPr/>
      <dgm:t>
        <a:bodyPr/>
        <a:lstStyle/>
        <a:p>
          <a:endParaRPr lang="it-IT"/>
        </a:p>
      </dgm:t>
    </dgm:pt>
    <dgm:pt modelId="{13E2D107-DCB5-436B-9135-1EBB77394A74}" type="sibTrans" cxnId="{A0C41FB8-456F-4F56-8059-574694FCD266}">
      <dgm:prSet/>
      <dgm:spPr/>
      <dgm:t>
        <a:bodyPr/>
        <a:lstStyle/>
        <a:p>
          <a:endParaRPr lang="it-IT"/>
        </a:p>
      </dgm:t>
    </dgm:pt>
    <dgm:pt modelId="{AE016961-59A6-4F11-9BC6-83040632A198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4E5ED95-32B3-465D-A631-AC259AB40005}" type="parTrans" cxnId="{79D8F6ED-A85A-4EEB-9785-9D99446DA1DD}">
      <dgm:prSet/>
      <dgm:spPr/>
      <dgm:t>
        <a:bodyPr/>
        <a:lstStyle/>
        <a:p>
          <a:endParaRPr lang="it-IT"/>
        </a:p>
      </dgm:t>
    </dgm:pt>
    <dgm:pt modelId="{756B44F8-EECA-4790-9FB7-5CC2AC1CFD22}" type="sibTrans" cxnId="{79D8F6ED-A85A-4EEB-9785-9D99446DA1DD}">
      <dgm:prSet/>
      <dgm:spPr/>
      <dgm:t>
        <a:bodyPr/>
        <a:lstStyle/>
        <a:p>
          <a:endParaRPr lang="it-IT"/>
        </a:p>
      </dgm:t>
    </dgm:pt>
    <dgm:pt modelId="{21E6099C-A36E-4197-8DAA-290152ADEE4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1F62F70C-7C29-44E0-8FC7-67955E23154A}" type="parTrans" cxnId="{9A413D78-D421-4974-A257-A5E52DC9495E}">
      <dgm:prSet/>
      <dgm:spPr/>
      <dgm:t>
        <a:bodyPr/>
        <a:lstStyle/>
        <a:p>
          <a:endParaRPr lang="it-IT"/>
        </a:p>
      </dgm:t>
    </dgm:pt>
    <dgm:pt modelId="{3C56D591-C37D-41D3-A6AA-0C1AB0C85D57}" type="sibTrans" cxnId="{9A413D78-D421-4974-A257-A5E52DC9495E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2F951003-142E-4D90-BDFF-18B215B2C678}" type="presOf" srcId="{EE76E364-6A46-492A-9FD7-63C775ADA808}" destId="{EF67F11A-FCD0-4E59-A23F-17BCC3FB1182}" srcOrd="1" destOrd="0" presId="urn:microsoft.com/office/officeart/2005/8/layout/list1"/>
    <dgm:cxn modelId="{BED19726-8215-429F-83E4-8A9148284DE0}" type="presOf" srcId="{AE016961-59A6-4F11-9BC6-83040632A198}" destId="{8A748C3E-CE62-4E92-A0FE-1F5548AC9D02}" srcOrd="0" destOrd="5" presId="urn:microsoft.com/office/officeart/2005/8/layout/list1"/>
    <dgm:cxn modelId="{BC3D092F-155B-43F0-9D65-67AF456086B5}" srcId="{7E067373-7D11-40A3-8B8D-545F44EC9074}" destId="{B8C4061F-B0C1-4865-9F4A-A39DDC3DA38A}" srcOrd="0" destOrd="0" parTransId="{25B4394C-628E-4D37-841D-98BE6491459E}" sibTransId="{583EAA65-D63C-4D00-9251-9E547EDC776F}"/>
    <dgm:cxn modelId="{FC94812F-4725-4EFB-B551-30F754B69390}" type="presOf" srcId="{EE76E364-6A46-492A-9FD7-63C775ADA808}" destId="{0E75AC4A-956D-493C-A82B-572CF3B1603B}" srcOrd="0" destOrd="0" presId="urn:microsoft.com/office/officeart/2005/8/layout/list1"/>
    <dgm:cxn modelId="{40039E30-83D9-49B5-87F8-670CE956DCCB}" srcId="{A57B0B63-57E1-438D-8C20-559CDB1F5AD6}" destId="{ED16153C-FB1C-48BB-86BA-45A057F1BE6B}" srcOrd="1" destOrd="0" parTransId="{FC22BF41-B981-482E-8F28-F2C9271C3468}" sibTransId="{E57F625B-DE01-469B-BBAC-08D0E9E5EB96}"/>
    <dgm:cxn modelId="{8CF14E32-5BC2-4DB2-9423-7BF5E07580C8}" type="presOf" srcId="{2E058403-35BD-4FEC-BBA5-AE3ABB1DC439}" destId="{8A748C3E-CE62-4E92-A0FE-1F5548AC9D02}" srcOrd="0" destOrd="9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31404B45-6A14-4DC8-9A35-CC2B900EA1E1}" srcId="{EE76E364-6A46-492A-9FD7-63C775ADA808}" destId="{7E067373-7D11-40A3-8B8D-545F44EC9074}" srcOrd="4" destOrd="0" parTransId="{31D18A0D-1704-40E7-91BF-EEA4F2E29231}" sibTransId="{8DCB4033-A256-480E-AB3A-E6C35E4EB0B6}"/>
    <dgm:cxn modelId="{D765AC66-EC41-4D6A-AB37-8514B81DA74E}" srcId="{7E067373-7D11-40A3-8B8D-545F44EC9074}" destId="{F922B608-804B-468B-83E7-1647AF667D33}" srcOrd="1" destOrd="0" parTransId="{6CBA3C98-3BBE-4350-9220-B486223C7691}" sibTransId="{E0A982DF-59AF-4E62-8953-92BFCC3FCA45}"/>
    <dgm:cxn modelId="{DA691269-9699-4FEE-A9BE-2680AED34416}" type="presOf" srcId="{4CAD40C0-2A10-428B-AF1D-F4D3073E78D3}" destId="{8A748C3E-CE62-4E92-A0FE-1F5548AC9D02}" srcOrd="0" destOrd="12" presId="urn:microsoft.com/office/officeart/2005/8/layout/list1"/>
    <dgm:cxn modelId="{227E9F6D-9013-47A5-8B50-5CE81079ECC3}" srcId="{A57B0B63-57E1-438D-8C20-559CDB1F5AD6}" destId="{2D0B8079-1B2E-45B6-840D-E98D1618D491}" srcOrd="0" destOrd="0" parTransId="{936004B0-A6BD-4B51-9D0C-C11FC046D632}" sibTransId="{F249388A-B47D-4759-86FD-C8329FC1B4EA}"/>
    <dgm:cxn modelId="{9A413D78-D421-4974-A257-A5E52DC9495E}" srcId="{EE76E364-6A46-492A-9FD7-63C775ADA808}" destId="{21E6099C-A36E-4197-8DAA-290152ADEE40}" srcOrd="5" destOrd="0" parTransId="{1F62F70C-7C29-44E0-8FC7-67955E23154A}" sibTransId="{3C56D591-C37D-41D3-A6AA-0C1AB0C85D57}"/>
    <dgm:cxn modelId="{D681A158-F043-4B86-87E3-8BAA297F0BE0}" type="presOf" srcId="{21E6099C-A36E-4197-8DAA-290152ADEE4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282297D-EFE9-430A-B3B9-CB92350AFAD4}" type="presOf" srcId="{BD6A0265-198F-4EF6-8B59-86361012C5BA}" destId="{8A748C3E-CE62-4E92-A0FE-1F5548AC9D02}" srcOrd="0" destOrd="11" presId="urn:microsoft.com/office/officeart/2005/8/layout/list1"/>
    <dgm:cxn modelId="{8D1B98A3-1084-4CBE-97DF-C870B819A3EB}" type="presOf" srcId="{2D0B8079-1B2E-45B6-840D-E98D1618D491}" destId="{8A748C3E-CE62-4E92-A0FE-1F5548AC9D02}" srcOrd="0" destOrd="3" presId="urn:microsoft.com/office/officeart/2005/8/layout/list1"/>
    <dgm:cxn modelId="{06C465AD-1B33-4450-AB64-25EB9A03EA3F}" srcId="{BD6A0265-198F-4EF6-8B59-86361012C5BA}" destId="{E9C31D96-DF1B-485E-A373-0879F6073465}" srcOrd="1" destOrd="0" parTransId="{C8FB7BB2-D6A3-4C7F-AED7-5D894D32DBC3}" sibTransId="{AA9BF7F0-DCE3-4323-91E7-2940331639A3}"/>
    <dgm:cxn modelId="{A0C41FB8-456F-4F56-8059-574694FCD266}" srcId="{EE76E364-6A46-492A-9FD7-63C775ADA808}" destId="{53AAE270-060E-452E-A212-4205414C49E6}" srcOrd="1" destOrd="0" parTransId="{CF5B42B0-C1AD-427C-9946-4C36606FD25B}" sibTransId="{13E2D107-DCB5-436B-9135-1EBB77394A74}"/>
    <dgm:cxn modelId="{CC56D4CF-F1BF-43A5-A789-E0537FD6A8F0}" type="presOf" srcId="{ED16153C-FB1C-48BB-86BA-45A057F1BE6B}" destId="{8A748C3E-CE62-4E92-A0FE-1F5548AC9D02}" srcOrd="0" destOrd="4" presId="urn:microsoft.com/office/officeart/2005/8/layout/list1"/>
    <dgm:cxn modelId="{A43DB9DE-F939-4553-8790-9F4D3F32EF61}" type="presOf" srcId="{B8C4061F-B0C1-4865-9F4A-A39DDC3DA38A}" destId="{8A748C3E-CE62-4E92-A0FE-1F5548AC9D02}" srcOrd="0" destOrd="7" presId="urn:microsoft.com/office/officeart/2005/8/layout/list1"/>
    <dgm:cxn modelId="{254987E4-212F-4459-9D41-7FED47C51279}" type="presOf" srcId="{A57B0B63-57E1-438D-8C20-559CDB1F5AD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251B65EB-EFEC-48E4-B756-9F1DCE91FE7F}" type="presOf" srcId="{E9C31D96-DF1B-485E-A373-0879F6073465}" destId="{8A748C3E-CE62-4E92-A0FE-1F5548AC9D02}" srcOrd="0" destOrd="13" presId="urn:microsoft.com/office/officeart/2005/8/layout/list1"/>
    <dgm:cxn modelId="{038409ED-5692-4D09-8466-7F1643D00BC9}" srcId="{7E067373-7D11-40A3-8B8D-545F44EC9074}" destId="{2E058403-35BD-4FEC-BBA5-AE3ABB1DC439}" srcOrd="2" destOrd="0" parTransId="{61E8ACE7-39FE-46CC-A5C5-C64869D29092}" sibTransId="{D00DADF2-7E5C-40C8-8938-2D542FCEE672}"/>
    <dgm:cxn modelId="{0EFC82ED-78F2-479A-A9F9-FDA3A5F07B1A}" srcId="{BD6A0265-198F-4EF6-8B59-86361012C5BA}" destId="{4CAD40C0-2A10-428B-AF1D-F4D3073E78D3}" srcOrd="0" destOrd="0" parTransId="{1A67CDCB-3E5C-4185-912A-8DFA57752D0F}" sibTransId="{D2DF7816-0599-4813-9971-35BCAF8621F1}"/>
    <dgm:cxn modelId="{79D8F6ED-A85A-4EEB-9785-9D99446DA1DD}" srcId="{EE76E364-6A46-492A-9FD7-63C775ADA808}" destId="{AE016961-59A6-4F11-9BC6-83040632A198}" srcOrd="3" destOrd="0" parTransId="{74E5ED95-32B3-465D-A631-AC259AB40005}" sibTransId="{756B44F8-EECA-4790-9FB7-5CC2AC1CFD22}"/>
    <dgm:cxn modelId="{9C57EFEF-0357-4521-905B-4B142D21AC8A}" type="presOf" srcId="{FB7856FD-14F6-497F-A96F-439DE861ECA4}" destId="{8A748C3E-CE62-4E92-A0FE-1F5548AC9D02}" srcOrd="0" destOrd="0" presId="urn:microsoft.com/office/officeart/2005/8/layout/list1"/>
    <dgm:cxn modelId="{43FDFAF6-0FEC-4EC0-9EF8-895409CBC96A}" srcId="{EE76E364-6A46-492A-9FD7-63C775ADA808}" destId="{BD6A0265-198F-4EF6-8B59-86361012C5BA}" srcOrd="6" destOrd="0" parTransId="{ACF75620-18DD-4CE3-AA1F-92E5C5D592BA}" sibTransId="{71CD95BA-384F-4F66-A277-77FD5AC407E9}"/>
    <dgm:cxn modelId="{1A67C4FA-3910-4994-8858-797ED249568A}" type="presOf" srcId="{7E067373-7D11-40A3-8B8D-545F44EC9074}" destId="{8A748C3E-CE62-4E92-A0FE-1F5548AC9D02}" srcOrd="0" destOrd="6" presId="urn:microsoft.com/office/officeart/2005/8/layout/list1"/>
    <dgm:cxn modelId="{48A7EBFB-0D2C-4D14-AB95-FFE195B35CAB}" type="presOf" srcId="{53AAE270-060E-452E-A212-4205414C49E6}" destId="{8A748C3E-CE62-4E92-A0FE-1F5548AC9D02}" srcOrd="0" destOrd="1" presId="urn:microsoft.com/office/officeart/2005/8/layout/list1"/>
    <dgm:cxn modelId="{059704FE-C515-41DE-A19C-6621A36457B3}" type="presOf" srcId="{F922B608-804B-468B-83E7-1647AF667D33}" destId="{8A748C3E-CE62-4E92-A0FE-1F5548AC9D02}" srcOrd="0" destOrd="8" presId="urn:microsoft.com/office/officeart/2005/8/layout/list1"/>
    <dgm:cxn modelId="{0BD6DEFE-112F-4B6A-94DC-89573A58DBA0}" srcId="{EE76E364-6A46-492A-9FD7-63C775ADA808}" destId="{A57B0B63-57E1-438D-8C20-559CDB1F5AD6}" srcOrd="2" destOrd="0" parTransId="{82FBF902-D0A1-4808-A012-12D1F23A10CF}" sibTransId="{3D92DFB8-1946-4CBD-A87D-BC6D6F80F0E8}"/>
    <dgm:cxn modelId="{99C4794F-5A93-4121-924F-8E9D80FA4E1A}" type="presParOf" srcId="{529C8736-509C-426A-B1AF-D9FE39FB5B28}" destId="{8BC7EA25-256B-410A-8E19-CC15A19D412A}" srcOrd="0" destOrd="0" presId="urn:microsoft.com/office/officeart/2005/8/layout/list1"/>
    <dgm:cxn modelId="{7D29F33C-F374-44F2-A99C-2A84F79E532E}" type="presParOf" srcId="{8BC7EA25-256B-410A-8E19-CC15A19D412A}" destId="{0E75AC4A-956D-493C-A82B-572CF3B1603B}" srcOrd="0" destOrd="0" presId="urn:microsoft.com/office/officeart/2005/8/layout/list1"/>
    <dgm:cxn modelId="{B37493A7-9064-4748-8B5F-2BDD9D3A1F35}" type="presParOf" srcId="{8BC7EA25-256B-410A-8E19-CC15A19D412A}" destId="{EF67F11A-FCD0-4E59-A23F-17BCC3FB1182}" srcOrd="1" destOrd="0" presId="urn:microsoft.com/office/officeart/2005/8/layout/list1"/>
    <dgm:cxn modelId="{6BEF4342-28F0-4457-A7C7-3977004289ED}" type="presParOf" srcId="{529C8736-509C-426A-B1AF-D9FE39FB5B28}" destId="{E84E3A97-5D14-4C15-B06F-E00215B154CE}" srcOrd="1" destOrd="0" presId="urn:microsoft.com/office/officeart/2005/8/layout/list1"/>
    <dgm:cxn modelId="{C949430F-0342-4BB7-AB62-F4B80F327B73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92680"/>
          <a:ext cx="10000249" cy="74088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583184" rIns="776130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800" kern="1200" dirty="0"/>
            <a:t>Modello Amazon Nova Lite v1 per generazione testo e OCR</a:t>
          </a: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2800" b="1" kern="1200" dirty="0"/>
            <a:t>• AI Assistant Generativo</a:t>
          </a:r>
          <a:endParaRPr lang="en-US" sz="2800" kern="1200" dirty="0"/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Converse API per generazione testo conversazionale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System prompt personalizzato con descrizione azienda e tono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Mantenimento contesto conversazione multi-turn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 dirty="0"/>
            <a:t>Generazione comunicazioni interne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800" b="1" kern="1200" dirty="0"/>
            <a:t>AI Co-Pilot </a:t>
          </a:r>
          <a:r>
            <a:rPr lang="it-IT" sz="2800" b="1" kern="1200" dirty="0" err="1"/>
            <a:t>Document</a:t>
          </a:r>
          <a:r>
            <a:rPr lang="it-IT" sz="2800" b="1" kern="1200" dirty="0"/>
            <a:t> Analysis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OCR e analisi documenti (PDF, PNG, JPEG)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Estrazione dati strutturati: tipo documento, dipendente, importo, date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 dirty="0"/>
            <a:t>Output JSON validato per split e dispaccio automatico</a:t>
          </a:r>
        </a:p>
      </dsp:txBody>
      <dsp:txXfrm>
        <a:off x="0" y="592680"/>
        <a:ext cx="10000249" cy="7408800"/>
      </dsp:txXfrm>
    </dsp:sp>
    <dsp:sp modelId="{EF67F11A-FCD0-4E59-A23F-17BCC3FB1182}">
      <dsp:nvSpPr>
        <dsp:cNvPr id="0" name=""/>
        <dsp:cNvSpPr/>
      </dsp:nvSpPr>
      <dsp:spPr>
        <a:xfrm>
          <a:off x="500012" y="179400"/>
          <a:ext cx="7000174" cy="8265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AWS </a:t>
          </a:r>
          <a:r>
            <a:rPr lang="it-IT" sz="2800" b="1" kern="1200" dirty="0" err="1"/>
            <a:t>Bedrock</a:t>
          </a:r>
          <a:endParaRPr lang="en-US" sz="2800" kern="1200" dirty="0"/>
        </a:p>
      </dsp:txBody>
      <dsp:txXfrm>
        <a:off x="540361" y="219749"/>
        <a:ext cx="6919476" cy="7458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47669"/>
          <a:ext cx="10000249" cy="74907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853948" rIns="776130" bIns="291592" numCol="1" spcCol="1270" anchor="t" anchorCtr="0">
          <a:noAutofit/>
        </a:bodyPr>
        <a:lstStyle/>
        <a:p>
          <a:pPr marL="285750" lvl="1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4100" b="1" kern="1200" dirty="0"/>
            <a:t> Framework principale</a:t>
          </a:r>
          <a:endParaRPr lang="en-US" sz="4100" kern="1200" dirty="0"/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Per dashboard amministrativa</a:t>
          </a:r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Componenti modulari: AI Assistant, AI Co-Pilot, Analytics, Storico</a:t>
          </a:r>
        </a:p>
        <a:p>
          <a:pPr marL="285750" lvl="1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4100" kern="1200" dirty="0"/>
        </a:p>
        <a:p>
          <a:pPr marL="285750" lvl="1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4100" b="1" kern="1200" dirty="0"/>
            <a:t>• </a:t>
          </a:r>
          <a:r>
            <a:rPr lang="it-IT" sz="4100" b="1" kern="1200" dirty="0" err="1"/>
            <a:t>RxJS</a:t>
          </a:r>
          <a:r>
            <a:rPr lang="it-IT" sz="4100" b="1" kern="1200" dirty="0"/>
            <a:t> 7.8.0</a:t>
          </a:r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Gestione asincrona chiamate API al </a:t>
          </a:r>
          <a:r>
            <a:rPr lang="it-IT" sz="4100" kern="1200" dirty="0" err="1"/>
            <a:t>backend</a:t>
          </a:r>
          <a:endParaRPr lang="it-IT" sz="4100" kern="1200" dirty="0"/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Polling per status documenti in analisi</a:t>
          </a:r>
        </a:p>
      </dsp:txBody>
      <dsp:txXfrm>
        <a:off x="0" y="647669"/>
        <a:ext cx="10000249" cy="7490700"/>
      </dsp:txXfrm>
    </dsp:sp>
    <dsp:sp modelId="{EF67F11A-FCD0-4E59-A23F-17BCC3FB1182}">
      <dsp:nvSpPr>
        <dsp:cNvPr id="0" name=""/>
        <dsp:cNvSpPr/>
      </dsp:nvSpPr>
      <dsp:spPr>
        <a:xfrm>
          <a:off x="500012" y="42509"/>
          <a:ext cx="7000174" cy="12103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100" b="1" kern="1200" dirty="0" err="1"/>
            <a:t>Frontend</a:t>
          </a:r>
          <a:r>
            <a:rPr lang="it-IT" sz="4100" b="1" kern="1200" dirty="0"/>
            <a:t> - </a:t>
          </a:r>
          <a:r>
            <a:rPr lang="it-IT" sz="4100" b="1" kern="1200" dirty="0" err="1"/>
            <a:t>Angular</a:t>
          </a:r>
          <a:endParaRPr lang="en-US" sz="4100" kern="1200" dirty="0"/>
        </a:p>
      </dsp:txBody>
      <dsp:txXfrm>
        <a:off x="559095" y="101592"/>
        <a:ext cx="6882008" cy="109215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31839"/>
          <a:ext cx="10000249" cy="7560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624840" rIns="77613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3000" b="1" kern="1200" dirty="0"/>
            <a:t>API REST </a:t>
          </a:r>
          <a:endParaRPr lang="en-US" sz="3000" kern="1200" dirty="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Endpoint per generazione testo AI (/genera)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Gestione documenti: upload, analisi, consultazione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Gestione conversazioni e storico messaggi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3000" b="1" kern="1200" dirty="0"/>
            <a:t>Service Pattern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AiService: orchestrazione generazione testo con contesto aziendale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DocumentAnalysisService: OCR e estrazione dati da PDF/immagini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000" kern="1200" dirty="0" err="1"/>
            <a:t>AiTextGenerator</a:t>
          </a:r>
          <a:r>
            <a:rPr lang="en-US" sz="3000" kern="1200" dirty="0"/>
            <a:t>: adapter per AWS Bedrock SDK</a:t>
          </a: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3000" b="1" kern="1200" dirty="0"/>
            <a:t>Active Storage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Gestione upload e storage documenti</a:t>
          </a:r>
        </a:p>
      </dsp:txBody>
      <dsp:txXfrm>
        <a:off x="0" y="531839"/>
        <a:ext cx="10000249" cy="7560000"/>
      </dsp:txXfrm>
    </dsp:sp>
    <dsp:sp modelId="{EF67F11A-FCD0-4E59-A23F-17BCC3FB1182}">
      <dsp:nvSpPr>
        <dsp:cNvPr id="0" name=""/>
        <dsp:cNvSpPr/>
      </dsp:nvSpPr>
      <dsp:spPr>
        <a:xfrm>
          <a:off x="500012" y="89039"/>
          <a:ext cx="7000174" cy="8856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b="1" kern="1200" dirty="0" err="1"/>
            <a:t>Backend</a:t>
          </a:r>
          <a:r>
            <a:rPr lang="it-IT" sz="3000" b="1" kern="1200" dirty="0"/>
            <a:t> - Ruby on </a:t>
          </a:r>
          <a:r>
            <a:rPr lang="it-IT" sz="3000" b="1" kern="1200" dirty="0" err="1"/>
            <a:t>Rails</a:t>
          </a:r>
          <a:endParaRPr lang="en-US" sz="3000" kern="1200" dirty="0"/>
        </a:p>
      </dsp:txBody>
      <dsp:txXfrm>
        <a:off x="543243" y="132270"/>
        <a:ext cx="6913712" cy="79913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26339"/>
          <a:ext cx="10000249" cy="7371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624840" rIns="77613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3000" b="1" kern="1200" dirty="0"/>
            <a:t>Struttura dati relazionale</a:t>
          </a:r>
          <a:endParaRPr lang="en-US" sz="3000" kern="1200" dirty="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Company: aziende che utilizzano la piattaforma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Conversation + Message: storico conversazioni AI con contesto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Tone: toni comunicativi personalizzati per azienda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 err="1"/>
            <a:t>Document</a:t>
          </a:r>
          <a:r>
            <a:rPr lang="it-IT" sz="3000" kern="1200" dirty="0"/>
            <a:t>: metadati documenti con status (</a:t>
          </a:r>
          <a:r>
            <a:rPr lang="it-IT" sz="3000" kern="1200" dirty="0" err="1"/>
            <a:t>pending</a:t>
          </a:r>
          <a:r>
            <a:rPr lang="it-IT" sz="3000" kern="1200" dirty="0"/>
            <a:t>/processing/</a:t>
          </a:r>
          <a:r>
            <a:rPr lang="it-IT" sz="3000" kern="1200" dirty="0" err="1"/>
            <a:t>completed</a:t>
          </a:r>
          <a:r>
            <a:rPr lang="it-IT" sz="3000" kern="1200" dirty="0"/>
            <a:t>)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3000" b="1" kern="1200" dirty="0"/>
            <a:t>Active Record ORM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000" kern="1200"/>
            <a:t>Relazioni: Company has_many Documents, Conversations, Tones</a:t>
          </a:r>
          <a:endParaRPr lang="it-IT" sz="3000" kern="120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000" kern="1200"/>
            <a:t>Validazioni, enum per status, callbacks lifecycle</a:t>
          </a:r>
          <a:endParaRPr lang="it-IT" sz="3000" kern="120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JSON </a:t>
          </a:r>
          <a:r>
            <a:rPr lang="it-IT" sz="3000" kern="1200" dirty="0" err="1"/>
            <a:t>column</a:t>
          </a:r>
          <a:r>
            <a:rPr lang="it-IT" sz="3000" kern="1200" dirty="0"/>
            <a:t> (</a:t>
          </a:r>
          <a:r>
            <a:rPr lang="it-IT" sz="3000" kern="1200" dirty="0" err="1"/>
            <a:t>ai_data</a:t>
          </a:r>
          <a:r>
            <a:rPr lang="it-IT" sz="3000" kern="1200" dirty="0"/>
            <a:t>) per salvare dati estratti da </a:t>
          </a:r>
          <a:r>
            <a:rPr lang="it-IT" sz="3000" kern="1200" dirty="0" err="1"/>
            <a:t>Bedrock</a:t>
          </a:r>
          <a:endParaRPr lang="it-IT" sz="3000" kern="1200" dirty="0"/>
        </a:p>
      </dsp:txBody>
      <dsp:txXfrm>
        <a:off x="0" y="626339"/>
        <a:ext cx="10000249" cy="7371000"/>
      </dsp:txXfrm>
    </dsp:sp>
    <dsp:sp modelId="{EF67F11A-FCD0-4E59-A23F-17BCC3FB1182}">
      <dsp:nvSpPr>
        <dsp:cNvPr id="0" name=""/>
        <dsp:cNvSpPr/>
      </dsp:nvSpPr>
      <dsp:spPr>
        <a:xfrm>
          <a:off x="500012" y="183539"/>
          <a:ext cx="7000174" cy="8856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b="1" kern="1200" dirty="0"/>
            <a:t>Database - </a:t>
          </a:r>
          <a:r>
            <a:rPr lang="it-IT" sz="3000" b="1" kern="1200" dirty="0" err="1"/>
            <a:t>PostgreSQL</a:t>
          </a:r>
          <a:endParaRPr lang="en-US" sz="3000" kern="1200" dirty="0"/>
        </a:p>
      </dsp:txBody>
      <dsp:txXfrm>
        <a:off x="543243" y="226770"/>
        <a:ext cx="6913712" cy="79913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498089"/>
          <a:ext cx="9906000" cy="89397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8816" tIns="687324" rIns="768816" bIns="234696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3300" kern="1200" dirty="0">
              <a:solidFill>
                <a:srgbClr val="FF0000"/>
              </a:solidFill>
            </a:rPr>
            <a:t>FLUSSO DATI COMPLETO:</a:t>
          </a:r>
          <a:endParaRPr lang="en-US" sz="3300" kern="1200" dirty="0">
            <a:solidFill>
              <a:srgbClr val="FF0000"/>
            </a:solidFill>
          </a:endParaRP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3300" b="1" kern="1200" dirty="0"/>
            <a:t>1. </a:t>
          </a:r>
          <a:r>
            <a:rPr lang="it-IT" sz="3300" b="1" kern="1200" dirty="0" err="1"/>
            <a:t>Frontend</a:t>
          </a:r>
          <a:r>
            <a:rPr lang="it-IT" sz="3300" b="1" kern="1200" dirty="0"/>
            <a:t> </a:t>
          </a:r>
          <a:r>
            <a:rPr lang="it-IT" sz="3300" b="1" kern="1200" dirty="0" err="1"/>
            <a:t>Angular</a:t>
          </a:r>
          <a:endParaRPr lang="it-IT" sz="3300" b="1" kern="1200" dirty="0"/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/>
            <a:t>Interfaccia utente con Angular Material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300" kern="1200" dirty="0" err="1"/>
            <a:t>Chiamate</a:t>
          </a:r>
          <a:r>
            <a:rPr lang="en-US" sz="3300" kern="1200" dirty="0"/>
            <a:t> HTTP (</a:t>
          </a:r>
          <a:r>
            <a:rPr lang="en-US" sz="3300" kern="1200" dirty="0" err="1"/>
            <a:t>RxJS</a:t>
          </a:r>
          <a:r>
            <a:rPr lang="en-US" sz="3300" kern="1200" dirty="0"/>
            <a:t>) al backend Rails</a:t>
          </a: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3300" b="1" kern="1200" dirty="0"/>
            <a:t>2. </a:t>
          </a:r>
          <a:r>
            <a:rPr lang="it-IT" sz="3300" b="1" kern="1200" dirty="0" err="1"/>
            <a:t>Backend</a:t>
          </a:r>
          <a:r>
            <a:rPr lang="it-IT" sz="3300" b="1" kern="1200" dirty="0"/>
            <a:t> </a:t>
          </a:r>
          <a:r>
            <a:rPr lang="it-IT" sz="3300" b="1" kern="1200" dirty="0" err="1"/>
            <a:t>Rails</a:t>
          </a:r>
          <a:r>
            <a:rPr lang="it-IT" sz="3300" b="1" kern="1200" dirty="0"/>
            <a:t> API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/>
            <a:t>Controller gestiscono richieste HTTP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/>
            <a:t>Service orchestrano logica business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 dirty="0"/>
            <a:t>Active Record per persistenza su </a:t>
          </a:r>
          <a:r>
            <a:rPr lang="it-IT" sz="3300" kern="1200" dirty="0" err="1"/>
            <a:t>PostgreSQL</a:t>
          </a: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3300" b="1" kern="1200" dirty="0"/>
            <a:t>3. AI Services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300" kern="1200"/>
            <a:t>AiService chiama AWS Bedrock Converse API</a:t>
          </a:r>
          <a:endParaRPr lang="it-IT" sz="3300" kern="1200"/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 dirty="0" err="1"/>
            <a:t>DocumentAnalysisService</a:t>
          </a:r>
          <a:r>
            <a:rPr lang="it-IT" sz="3300" kern="1200" dirty="0"/>
            <a:t> processa documenti</a:t>
          </a:r>
        </a:p>
      </dsp:txBody>
      <dsp:txXfrm>
        <a:off x="0" y="498089"/>
        <a:ext cx="9906000" cy="8939700"/>
      </dsp:txXfrm>
    </dsp:sp>
    <dsp:sp modelId="{EF67F11A-FCD0-4E59-A23F-17BCC3FB1182}">
      <dsp:nvSpPr>
        <dsp:cNvPr id="0" name=""/>
        <dsp:cNvSpPr/>
      </dsp:nvSpPr>
      <dsp:spPr>
        <a:xfrm>
          <a:off x="495300" y="11009"/>
          <a:ext cx="6934200" cy="9741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2096" tIns="0" rIns="262096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300" b="1" kern="1200" dirty="0"/>
            <a:t>Architettura del Sistema</a:t>
          </a:r>
          <a:endParaRPr lang="en-US" sz="3300" kern="1200" dirty="0"/>
        </a:p>
      </dsp:txBody>
      <dsp:txXfrm>
        <a:off x="542855" y="58564"/>
        <a:ext cx="6839090" cy="879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15/01/2026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g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3.gi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3.gi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4.xml"/><Relationship Id="rId7" Type="http://schemas.openxmlformats.org/officeDocument/2006/relationships/image" Target="../media/image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3.gi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3" Type="http://schemas.openxmlformats.org/officeDocument/2006/relationships/diagramLayout" Target="../diagrams/layout5.xml"/><Relationship Id="rId7" Type="http://schemas.openxmlformats.org/officeDocument/2006/relationships/image" Target="../media/image4.gif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>
                <a:latin typeface="Arial" panose="020B0604020202020204" pitchFamily="34" charset="0"/>
                <a:cs typeface="Arial" panose="020B0604020202020204" pitchFamily="34" charset="0"/>
              </a:rPr>
              <a:t>Resources)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545C235C-5885-BA0A-841B-40F05C77D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0522358"/>
              </p:ext>
            </p:extLst>
          </p:nvPr>
        </p:nvGraphicFramePr>
        <p:xfrm>
          <a:off x="7357578" y="112566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7CDE1A81-03BE-E322-F198-D1B0D8760B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238500"/>
            <a:ext cx="6457904" cy="339040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88BE62-2BC6-CBEE-AD11-A8F47AF1DF6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6755656" y="8801100"/>
            <a:ext cx="1668306" cy="1485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E520BD-B8CE-E542-56CD-EA744BBE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3405750"/>
              </p:ext>
            </p:extLst>
          </p:nvPr>
        </p:nvGraphicFramePr>
        <p:xfrm>
          <a:off x="7357578" y="112566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6800" y="3162300"/>
            <a:ext cx="4085952" cy="4085952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591EC732-6E84-B53E-434E-A52500A8D30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A76188-94FE-B49D-1F59-0C5CFB35B01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6841210" y="8877300"/>
            <a:ext cx="1582752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06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7836289"/>
              </p:ext>
            </p:extLst>
          </p:nvPr>
        </p:nvGraphicFramePr>
        <p:xfrm>
          <a:off x="6553200" y="72390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4533900"/>
            <a:ext cx="4100404" cy="1546052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C9804D-9F79-D6A5-98DC-5C6B2F53B5C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5814560" y="7962900"/>
            <a:ext cx="2609402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26A1E4-4A23-C80B-D479-A56000DA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6052361"/>
              </p:ext>
            </p:extLst>
          </p:nvPr>
        </p:nvGraphicFramePr>
        <p:xfrm>
          <a:off x="6366624" y="64770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9509" y="4533900"/>
            <a:ext cx="4009171" cy="1840276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2874092-EB04-08D6-B4F5-AC7CA84E45A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3E9614-46F3-C6C5-5304-9414053EA12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5557898" y="7734300"/>
            <a:ext cx="2866064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261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AFA87-2273-3AAD-0033-ED75FD839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640970ED-628D-AE11-FABD-CC839C13EF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9347807"/>
              </p:ext>
            </p:extLst>
          </p:nvPr>
        </p:nvGraphicFramePr>
        <p:xfrm>
          <a:off x="4191000" y="419100"/>
          <a:ext cx="9906000" cy="9448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" name="Picture 3">
            <a:extLst>
              <a:ext uri="{FF2B5EF4-FFF2-40B4-BE49-F238E27FC236}">
                <a16:creationId xmlns:a16="http://schemas.microsoft.com/office/drawing/2014/main" id="{42D218EB-D95B-3679-5021-D2D9BE1A63E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892B0E-B44E-7EF1-17F1-7C620998BE6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2989" t="67035"/>
          <a:stretch>
            <a:fillRect/>
          </a:stretch>
        </p:blipFill>
        <p:spPr>
          <a:xfrm>
            <a:off x="15557898" y="7734300"/>
            <a:ext cx="2866064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29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423</Words>
  <Application>Microsoft Office PowerPoint</Application>
  <PresentationFormat>Personalizzato</PresentationFormat>
  <Paragraphs>67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7" baseType="lpstr">
      <vt:lpstr>Goudy</vt:lpstr>
      <vt:lpstr>Calibri</vt:lpstr>
      <vt:lpstr>Tenor Sans</vt:lpstr>
      <vt:lpstr>Arial</vt:lpstr>
      <vt:lpstr>Aptos</vt:lpstr>
      <vt:lpstr>Neue Montreal Bold</vt:lpstr>
      <vt:lpstr>Wingdings</vt:lpstr>
      <vt:lpstr>Overpass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56</cp:revision>
  <dcterms:created xsi:type="dcterms:W3CDTF">2006-08-16T00:00:00Z</dcterms:created>
  <dcterms:modified xsi:type="dcterms:W3CDTF">2026-01-15T09:46:40Z</dcterms:modified>
  <dc:identifier>DAG2oYW1E2g</dc:identifier>
</cp:coreProperties>
</file>