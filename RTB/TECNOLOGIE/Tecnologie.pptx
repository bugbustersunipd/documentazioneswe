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</p:sldIdLst>
  <p:sldSz cx="18288000" cy="10287000"/>
  <p:notesSz cx="6858000" cy="9144000"/>
  <p:embeddedFontLst>
    <p:embeddedFont>
      <p:font typeface="Goudy" panose="020B0604020202020204" charset="0"/>
      <p:regular r:id="rId10"/>
    </p:embeddedFont>
    <p:embeddedFont>
      <p:font typeface="Neue Montreal" panose="020B0604020202020204" charset="0"/>
      <p:regular r:id="rId11"/>
    </p:embeddedFont>
    <p:embeddedFont>
      <p:font typeface="Neue Montreal Bold" panose="020B0604020202020204" charset="0"/>
      <p:regular r:id="rId12"/>
    </p:embeddedFont>
    <p:embeddedFont>
      <p:font typeface="Overpass" panose="020B0604020202020204" charset="0"/>
      <p:regular r:id="rId13"/>
    </p:embeddedFont>
    <p:embeddedFont>
      <p:font typeface="Tenor San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E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1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8ADC0D-83DA-40CE-9EF2-B2A23B2BA12F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E76E364-6A46-492A-9FD7-63C775ADA808}">
      <dgm:prSet/>
      <dgm:spPr/>
      <dgm:t>
        <a:bodyPr/>
        <a:lstStyle/>
        <a:p>
          <a:r>
            <a:rPr lang="it-IT" b="1" dirty="0"/>
            <a:t>AWS </a:t>
          </a:r>
          <a:r>
            <a:rPr lang="it-IT" b="1" dirty="0" err="1"/>
            <a:t>Bedrock</a:t>
          </a:r>
          <a:endParaRPr lang="en-US" dirty="0"/>
        </a:p>
      </dgm:t>
    </dgm:pt>
    <dgm:pt modelId="{522B9AE2-1358-4DCB-B21B-51AD7A4CC3B6}" type="parTrans" cxnId="{8ADAB9E6-BB3B-4581-9B45-07948A4AEA67}">
      <dgm:prSet/>
      <dgm:spPr/>
      <dgm:t>
        <a:bodyPr/>
        <a:lstStyle/>
        <a:p>
          <a:endParaRPr lang="en-US"/>
        </a:p>
      </dgm:t>
    </dgm:pt>
    <dgm:pt modelId="{119AEC78-9891-4081-85AD-AAE5114E48ED}" type="sibTrans" cxnId="{8ADAB9E6-BB3B-4581-9B45-07948A4AEA67}">
      <dgm:prSet/>
      <dgm:spPr/>
      <dgm:t>
        <a:bodyPr/>
        <a:lstStyle/>
        <a:p>
          <a:endParaRPr lang="en-US"/>
        </a:p>
      </dgm:t>
    </dgm:pt>
    <dgm:pt modelId="{FB7856FD-14F6-497F-A96F-439DE861ECA4}">
      <dgm:prSet/>
      <dgm:spPr>
        <a:solidFill>
          <a:srgbClr val="FFFAEF">
            <a:alpha val="90000"/>
          </a:srgbClr>
        </a:solidFill>
      </dgm:spPr>
      <dgm:t>
        <a:bodyPr/>
        <a:lstStyle/>
        <a:p>
          <a:r>
            <a:rPr lang="it-IT" dirty="0"/>
            <a:t>Modello Amazon Nova Lite v1 per generazione testo e OCR</a:t>
          </a:r>
          <a:endParaRPr lang="en-US" dirty="0"/>
        </a:p>
      </dgm:t>
    </dgm:pt>
    <dgm:pt modelId="{B2A71A46-24A2-44C1-B6DD-257439AFBC0A}" type="parTrans" cxnId="{F609747B-AE71-4ACA-93A0-5C6C9FA2C6E1}">
      <dgm:prSet/>
      <dgm:spPr/>
      <dgm:t>
        <a:bodyPr/>
        <a:lstStyle/>
        <a:p>
          <a:endParaRPr lang="en-US"/>
        </a:p>
      </dgm:t>
    </dgm:pt>
    <dgm:pt modelId="{AED585D0-E158-48D1-8037-5DB08D2C892B}" type="sibTrans" cxnId="{F609747B-AE71-4ACA-93A0-5C6C9FA2C6E1}">
      <dgm:prSet/>
      <dgm:spPr/>
      <dgm:t>
        <a:bodyPr/>
        <a:lstStyle/>
        <a:p>
          <a:endParaRPr lang="en-US"/>
        </a:p>
      </dgm:t>
    </dgm:pt>
    <dgm:pt modelId="{F15A7613-7F13-47AE-9A9D-531FF89E08C9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/>
            <a:t>Converse API per generazione testo conversazionale</a:t>
          </a:r>
        </a:p>
      </dgm:t>
    </dgm:pt>
    <dgm:pt modelId="{560ADEAD-12A3-42A1-9F06-6A4A9970C65A}" type="parTrans" cxnId="{34B5FE1C-7742-4652-9590-D783F8DC8A91}">
      <dgm:prSet/>
      <dgm:spPr/>
      <dgm:t>
        <a:bodyPr/>
        <a:lstStyle/>
        <a:p>
          <a:endParaRPr lang="it-IT"/>
        </a:p>
      </dgm:t>
    </dgm:pt>
    <dgm:pt modelId="{0E80079A-E7C8-46D2-BA7D-0810DEEB2641}" type="sibTrans" cxnId="{34B5FE1C-7742-4652-9590-D783F8DC8A91}">
      <dgm:prSet/>
      <dgm:spPr/>
      <dgm:t>
        <a:bodyPr/>
        <a:lstStyle/>
        <a:p>
          <a:endParaRPr lang="it-IT"/>
        </a:p>
      </dgm:t>
    </dgm:pt>
    <dgm:pt modelId="{5F703E27-194A-43A3-A380-2A9162B72DC2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/>
            <a:t>System prompt personalizzato con descrizione azienda e tono</a:t>
          </a:r>
        </a:p>
      </dgm:t>
    </dgm:pt>
    <dgm:pt modelId="{5F8A755E-B426-489F-954E-6CF0608EF997}" type="parTrans" cxnId="{0810B2E6-C343-4CF5-8A38-64BDF85435AE}">
      <dgm:prSet/>
      <dgm:spPr/>
      <dgm:t>
        <a:bodyPr/>
        <a:lstStyle/>
        <a:p>
          <a:endParaRPr lang="it-IT"/>
        </a:p>
      </dgm:t>
    </dgm:pt>
    <dgm:pt modelId="{05CA66E2-1DEC-499C-AE8F-EB8522F352AC}" type="sibTrans" cxnId="{0810B2E6-C343-4CF5-8A38-64BDF85435AE}">
      <dgm:prSet/>
      <dgm:spPr/>
      <dgm:t>
        <a:bodyPr/>
        <a:lstStyle/>
        <a:p>
          <a:endParaRPr lang="it-IT"/>
        </a:p>
      </dgm:t>
    </dgm:pt>
    <dgm:pt modelId="{573BEE00-17A1-4930-80DA-675220DF42B6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/>
            <a:t>Mantenimento contesto conversazione multi-turn</a:t>
          </a:r>
        </a:p>
      </dgm:t>
    </dgm:pt>
    <dgm:pt modelId="{777DB149-DFF9-40F7-8E7B-FA60BEF58FD0}" type="parTrans" cxnId="{35202EAC-5F14-4E39-974C-FC904AF867BE}">
      <dgm:prSet/>
      <dgm:spPr/>
      <dgm:t>
        <a:bodyPr/>
        <a:lstStyle/>
        <a:p>
          <a:endParaRPr lang="it-IT"/>
        </a:p>
      </dgm:t>
    </dgm:pt>
    <dgm:pt modelId="{8904A72F-E509-44A7-9B2E-77549312C72A}" type="sibTrans" cxnId="{35202EAC-5F14-4E39-974C-FC904AF867BE}">
      <dgm:prSet/>
      <dgm:spPr/>
      <dgm:t>
        <a:bodyPr/>
        <a:lstStyle/>
        <a:p>
          <a:endParaRPr lang="it-IT"/>
        </a:p>
      </dgm:t>
    </dgm:pt>
    <dgm:pt modelId="{61458097-4C77-42A6-8D32-882C1B18DFCC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 dirty="0"/>
            <a:t>Generazione comunicazioni interne</a:t>
          </a:r>
        </a:p>
      </dgm:t>
    </dgm:pt>
    <dgm:pt modelId="{90240338-094A-4F35-9570-F3E3DD0398FC}" type="parTrans" cxnId="{E65CA12A-36A9-4F19-A445-FD1547CACE82}">
      <dgm:prSet/>
      <dgm:spPr/>
      <dgm:t>
        <a:bodyPr/>
        <a:lstStyle/>
        <a:p>
          <a:endParaRPr lang="it-IT"/>
        </a:p>
      </dgm:t>
    </dgm:pt>
    <dgm:pt modelId="{050C9686-ED79-41D7-97FE-2F109DE1A019}" type="sibTrans" cxnId="{E65CA12A-36A9-4F19-A445-FD1547CACE82}">
      <dgm:prSet/>
      <dgm:spPr/>
      <dgm:t>
        <a:bodyPr/>
        <a:lstStyle/>
        <a:p>
          <a:endParaRPr lang="it-IT"/>
        </a:p>
      </dgm:t>
    </dgm:pt>
    <dgm:pt modelId="{7316C1D6-5ECD-48F9-B1A0-54E3D68E01A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b="1" dirty="0"/>
            <a:t>AI Co-Pilot </a:t>
          </a:r>
          <a:r>
            <a:rPr lang="it-IT" b="1" dirty="0" err="1"/>
            <a:t>Document</a:t>
          </a:r>
          <a:r>
            <a:rPr lang="it-IT" b="1" dirty="0"/>
            <a:t> Analysis</a:t>
          </a:r>
        </a:p>
      </dgm:t>
    </dgm:pt>
    <dgm:pt modelId="{91CBBFC0-E109-45E8-AE61-AE718F4BCCE2}" type="parTrans" cxnId="{854A3A06-D304-4DF2-804D-CBCD835EE301}">
      <dgm:prSet/>
      <dgm:spPr/>
      <dgm:t>
        <a:bodyPr/>
        <a:lstStyle/>
        <a:p>
          <a:endParaRPr lang="it-IT"/>
        </a:p>
      </dgm:t>
    </dgm:pt>
    <dgm:pt modelId="{F262D59A-314C-42C3-882C-D827C4AB90C3}" type="sibTrans" cxnId="{854A3A06-D304-4DF2-804D-CBCD835EE301}">
      <dgm:prSet/>
      <dgm:spPr/>
      <dgm:t>
        <a:bodyPr/>
        <a:lstStyle/>
        <a:p>
          <a:endParaRPr lang="it-IT"/>
        </a:p>
      </dgm:t>
    </dgm:pt>
    <dgm:pt modelId="{872B9824-DA74-4B40-B6F5-B5162C203468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/>
            <a:t>OCR e analisi documenti (PDF, PNG, JPEG)</a:t>
          </a:r>
        </a:p>
      </dgm:t>
    </dgm:pt>
    <dgm:pt modelId="{1B568AF4-DEB1-4D63-A26E-5F8644619EDC}" type="parTrans" cxnId="{F5B37F8A-E7BD-4E4D-ABD3-AEB11F341F98}">
      <dgm:prSet/>
      <dgm:spPr/>
      <dgm:t>
        <a:bodyPr/>
        <a:lstStyle/>
        <a:p>
          <a:endParaRPr lang="it-IT"/>
        </a:p>
      </dgm:t>
    </dgm:pt>
    <dgm:pt modelId="{C84683A7-4B5E-4805-9BF5-AA75C1CD7896}" type="sibTrans" cxnId="{F5B37F8A-E7BD-4E4D-ABD3-AEB11F341F98}">
      <dgm:prSet/>
      <dgm:spPr/>
      <dgm:t>
        <a:bodyPr/>
        <a:lstStyle/>
        <a:p>
          <a:endParaRPr lang="it-IT"/>
        </a:p>
      </dgm:t>
    </dgm:pt>
    <dgm:pt modelId="{B89087CC-4968-4D9D-9400-D9BAF44B38F0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/>
            <a:t>Estrazione dati strutturati: tipo documento, dipendente, importo, date</a:t>
          </a:r>
        </a:p>
      </dgm:t>
    </dgm:pt>
    <dgm:pt modelId="{52C65161-EA61-4E7A-81E3-DD54CBB1FBE4}" type="parTrans" cxnId="{C2D045A7-F4AF-4A1A-B988-A0484F0B9C95}">
      <dgm:prSet/>
      <dgm:spPr/>
      <dgm:t>
        <a:bodyPr/>
        <a:lstStyle/>
        <a:p>
          <a:endParaRPr lang="it-IT"/>
        </a:p>
      </dgm:t>
    </dgm:pt>
    <dgm:pt modelId="{63645E5B-424B-4B3F-908E-DAFD032AAE07}" type="sibTrans" cxnId="{C2D045A7-F4AF-4A1A-B988-A0484F0B9C95}">
      <dgm:prSet/>
      <dgm:spPr/>
      <dgm:t>
        <a:bodyPr/>
        <a:lstStyle/>
        <a:p>
          <a:endParaRPr lang="it-IT"/>
        </a:p>
      </dgm:t>
    </dgm:pt>
    <dgm:pt modelId="{343EF0D1-E565-4655-813A-A0BAB2E4951B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 dirty="0"/>
            <a:t>Output JSON validato per split e dispaccio automatico</a:t>
          </a:r>
        </a:p>
      </dgm:t>
    </dgm:pt>
    <dgm:pt modelId="{D1251FCA-F98D-4FEC-AF4C-52B11EB090F8}" type="parTrans" cxnId="{6B7721DA-4E54-4D2F-81FA-FA47A79D03B8}">
      <dgm:prSet/>
      <dgm:spPr/>
      <dgm:t>
        <a:bodyPr/>
        <a:lstStyle/>
        <a:p>
          <a:endParaRPr lang="it-IT"/>
        </a:p>
      </dgm:t>
    </dgm:pt>
    <dgm:pt modelId="{A6D716EA-7CDD-4A41-A939-9B7695890F9F}" type="sibTrans" cxnId="{6B7721DA-4E54-4D2F-81FA-FA47A79D03B8}">
      <dgm:prSet/>
      <dgm:spPr/>
      <dgm:t>
        <a:bodyPr/>
        <a:lstStyle/>
        <a:p>
          <a:endParaRPr lang="it-IT"/>
        </a:p>
      </dgm:t>
    </dgm:pt>
    <dgm:pt modelId="{2DCD9DDB-175E-4941-A9CC-3968777E9C33}">
      <dgm:prSet/>
      <dgm:spPr>
        <a:solidFill>
          <a:srgbClr val="FFFAEF">
            <a:alpha val="90000"/>
          </a:srgbClr>
        </a:solidFill>
      </dgm:spPr>
      <dgm:t>
        <a:bodyPr/>
        <a:lstStyle/>
        <a:p>
          <a:pPr>
            <a:buNone/>
          </a:pPr>
          <a:endParaRPr lang="en-US" dirty="0"/>
        </a:p>
      </dgm:t>
    </dgm:pt>
    <dgm:pt modelId="{D20D7FDE-0E23-409C-9D26-4E8D3B54159C}" type="parTrans" cxnId="{45BADC90-1BEB-4E18-8E43-4B5414B02C6A}">
      <dgm:prSet/>
      <dgm:spPr/>
      <dgm:t>
        <a:bodyPr/>
        <a:lstStyle/>
        <a:p>
          <a:endParaRPr lang="it-IT"/>
        </a:p>
      </dgm:t>
    </dgm:pt>
    <dgm:pt modelId="{A660DBE3-BFC0-4334-BC1B-24BBEAA4886C}" type="sibTrans" cxnId="{45BADC90-1BEB-4E18-8E43-4B5414B02C6A}">
      <dgm:prSet/>
      <dgm:spPr/>
      <dgm:t>
        <a:bodyPr/>
        <a:lstStyle/>
        <a:p>
          <a:endParaRPr lang="it-IT"/>
        </a:p>
      </dgm:t>
    </dgm:pt>
    <dgm:pt modelId="{1679F55E-D649-48B2-9C4B-76263E62DB87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it-IT" dirty="0"/>
        </a:p>
      </dgm:t>
    </dgm:pt>
    <dgm:pt modelId="{7D2F7EFB-3D8E-46E8-B901-1AF738F4CE41}" type="parTrans" cxnId="{87052C59-8C24-46BF-849D-B24A39398259}">
      <dgm:prSet/>
      <dgm:spPr/>
      <dgm:t>
        <a:bodyPr/>
        <a:lstStyle/>
        <a:p>
          <a:endParaRPr lang="it-IT"/>
        </a:p>
      </dgm:t>
    </dgm:pt>
    <dgm:pt modelId="{6D13BF0E-16AE-4192-AED0-F6BE07135CC9}" type="sibTrans" cxnId="{87052C59-8C24-46BF-849D-B24A39398259}">
      <dgm:prSet/>
      <dgm:spPr/>
      <dgm:t>
        <a:bodyPr/>
        <a:lstStyle/>
        <a:p>
          <a:endParaRPr lang="it-IT"/>
        </a:p>
      </dgm:t>
    </dgm:pt>
    <dgm:pt modelId="{BA6B229E-3562-42CB-9BDE-9840C2EAABCE}">
      <dgm:prSet/>
      <dgm:spPr>
        <a:solidFill>
          <a:srgbClr val="FFFAEF">
            <a:alpha val="90000"/>
          </a:srgbClr>
        </a:solidFill>
      </dgm:spPr>
      <dgm:t>
        <a:bodyPr/>
        <a:lstStyle/>
        <a:p>
          <a:pPr>
            <a:buNone/>
          </a:pPr>
          <a:r>
            <a:rPr lang="it-IT" b="1" dirty="0"/>
            <a:t>• AI Assistant Generativo</a:t>
          </a:r>
          <a:endParaRPr lang="en-US" dirty="0"/>
        </a:p>
      </dgm:t>
    </dgm:pt>
    <dgm:pt modelId="{70A3C826-6850-42FF-83C7-F9DD4F109BBD}" type="parTrans" cxnId="{60C19F6E-51D4-469F-8CA2-D99A70A515A1}">
      <dgm:prSet/>
      <dgm:spPr/>
    </dgm:pt>
    <dgm:pt modelId="{90271237-C794-41DF-86D9-A2E26E60317C}" type="sibTrans" cxnId="{60C19F6E-51D4-469F-8CA2-D99A70A515A1}">
      <dgm:prSet/>
      <dgm:spPr/>
    </dgm:pt>
    <dgm:pt modelId="{529C8736-509C-426A-B1AF-D9FE39FB5B28}" type="pres">
      <dgm:prSet presAssocID="{228ADC0D-83DA-40CE-9EF2-B2A23B2BA12F}" presName="linear" presStyleCnt="0">
        <dgm:presLayoutVars>
          <dgm:dir/>
          <dgm:animLvl val="lvl"/>
          <dgm:resizeHandles val="exact"/>
        </dgm:presLayoutVars>
      </dgm:prSet>
      <dgm:spPr/>
    </dgm:pt>
    <dgm:pt modelId="{8BC7EA25-256B-410A-8E19-CC15A19D412A}" type="pres">
      <dgm:prSet presAssocID="{EE76E364-6A46-492A-9FD7-63C775ADA808}" presName="parentLin" presStyleCnt="0"/>
      <dgm:spPr/>
    </dgm:pt>
    <dgm:pt modelId="{0E75AC4A-956D-493C-A82B-572CF3B1603B}" type="pres">
      <dgm:prSet presAssocID="{EE76E364-6A46-492A-9FD7-63C775ADA808}" presName="parentLeftMargin" presStyleLbl="node1" presStyleIdx="0" presStyleCnt="1"/>
      <dgm:spPr/>
    </dgm:pt>
    <dgm:pt modelId="{EF67F11A-FCD0-4E59-A23F-17BCC3FB1182}" type="pres">
      <dgm:prSet presAssocID="{EE76E364-6A46-492A-9FD7-63C775ADA80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84E3A97-5D14-4C15-B06F-E00215B154CE}" type="pres">
      <dgm:prSet presAssocID="{EE76E364-6A46-492A-9FD7-63C775ADA808}" presName="negativeSpace" presStyleCnt="0"/>
      <dgm:spPr/>
    </dgm:pt>
    <dgm:pt modelId="{8A748C3E-CE62-4E92-A0FE-1F5548AC9D02}" type="pres">
      <dgm:prSet presAssocID="{EE76E364-6A46-492A-9FD7-63C775ADA80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2A270F06-6AE0-4AE2-8251-CC80407F0F76}" type="presOf" srcId="{FB7856FD-14F6-497F-A96F-439DE861ECA4}" destId="{8A748C3E-CE62-4E92-A0FE-1F5548AC9D02}" srcOrd="0" destOrd="0" presId="urn:microsoft.com/office/officeart/2005/8/layout/list1"/>
    <dgm:cxn modelId="{854A3A06-D304-4DF2-804D-CBCD835EE301}" srcId="{EE76E364-6A46-492A-9FD7-63C775ADA808}" destId="{7316C1D6-5ECD-48F9-B1A0-54E3D68E01A3}" srcOrd="4" destOrd="0" parTransId="{91CBBFC0-E109-45E8-AE61-AE718F4BCCE2}" sibTransId="{F262D59A-314C-42C3-882C-D827C4AB90C3}"/>
    <dgm:cxn modelId="{820B0608-61EF-4448-ACAC-A1FD73EC44C5}" type="presOf" srcId="{EE76E364-6A46-492A-9FD7-63C775ADA808}" destId="{0E75AC4A-956D-493C-A82B-572CF3B1603B}" srcOrd="0" destOrd="0" presId="urn:microsoft.com/office/officeart/2005/8/layout/list1"/>
    <dgm:cxn modelId="{84456A0F-5AE2-488D-A8D5-EE9F60F6E51F}" type="presOf" srcId="{2DCD9DDB-175E-4941-A9CC-3968777E9C33}" destId="{8A748C3E-CE62-4E92-A0FE-1F5548AC9D02}" srcOrd="0" destOrd="1" presId="urn:microsoft.com/office/officeart/2005/8/layout/list1"/>
    <dgm:cxn modelId="{34B5FE1C-7742-4652-9590-D783F8DC8A91}" srcId="{BA6B229E-3562-42CB-9BDE-9840C2EAABCE}" destId="{F15A7613-7F13-47AE-9A9D-531FF89E08C9}" srcOrd="0" destOrd="0" parTransId="{560ADEAD-12A3-42A1-9F06-6A4A9970C65A}" sibTransId="{0E80079A-E7C8-46D2-BA7D-0810DEEB2641}"/>
    <dgm:cxn modelId="{E65CA12A-36A9-4F19-A445-FD1547CACE82}" srcId="{BA6B229E-3562-42CB-9BDE-9840C2EAABCE}" destId="{61458097-4C77-42A6-8D32-882C1B18DFCC}" srcOrd="3" destOrd="0" parTransId="{90240338-094A-4F35-9570-F3E3DD0398FC}" sibTransId="{050C9686-ED79-41D7-97FE-2F109DE1A019}"/>
    <dgm:cxn modelId="{EC00DE42-10F8-4885-B700-1B3CDE89098C}" type="presOf" srcId="{BA6B229E-3562-42CB-9BDE-9840C2EAABCE}" destId="{8A748C3E-CE62-4E92-A0FE-1F5548AC9D02}" srcOrd="0" destOrd="2" presId="urn:microsoft.com/office/officeart/2005/8/layout/list1"/>
    <dgm:cxn modelId="{20413846-249F-4E5D-9D7F-CC0E76057FAC}" type="presOf" srcId="{573BEE00-17A1-4930-80DA-675220DF42B6}" destId="{8A748C3E-CE62-4E92-A0FE-1F5548AC9D02}" srcOrd="0" destOrd="5" presId="urn:microsoft.com/office/officeart/2005/8/layout/list1"/>
    <dgm:cxn modelId="{39637C4A-677F-47CB-825B-D8F1C2923F5C}" type="presOf" srcId="{7316C1D6-5ECD-48F9-B1A0-54E3D68E01A3}" destId="{8A748C3E-CE62-4E92-A0FE-1F5548AC9D02}" srcOrd="0" destOrd="8" presId="urn:microsoft.com/office/officeart/2005/8/layout/list1"/>
    <dgm:cxn modelId="{60C19F6E-51D4-469F-8CA2-D99A70A515A1}" srcId="{EE76E364-6A46-492A-9FD7-63C775ADA808}" destId="{BA6B229E-3562-42CB-9BDE-9840C2EAABCE}" srcOrd="2" destOrd="0" parTransId="{70A3C826-6850-42FF-83C7-F9DD4F109BBD}" sibTransId="{90271237-C794-41DF-86D9-A2E26E60317C}"/>
    <dgm:cxn modelId="{6AA96252-4617-4C08-8FF2-7098BA23B694}" type="presOf" srcId="{1679F55E-D649-48B2-9C4B-76263E62DB87}" destId="{8A748C3E-CE62-4E92-A0FE-1F5548AC9D02}" srcOrd="0" destOrd="7" presId="urn:microsoft.com/office/officeart/2005/8/layout/list1"/>
    <dgm:cxn modelId="{148AF175-59E1-44CA-B663-939A813C060F}" type="presOf" srcId="{343EF0D1-E565-4655-813A-A0BAB2E4951B}" destId="{8A748C3E-CE62-4E92-A0FE-1F5548AC9D02}" srcOrd="0" destOrd="11" presId="urn:microsoft.com/office/officeart/2005/8/layout/list1"/>
    <dgm:cxn modelId="{87052C59-8C24-46BF-849D-B24A39398259}" srcId="{EE76E364-6A46-492A-9FD7-63C775ADA808}" destId="{1679F55E-D649-48B2-9C4B-76263E62DB87}" srcOrd="3" destOrd="0" parTransId="{7D2F7EFB-3D8E-46E8-B901-1AF738F4CE41}" sibTransId="{6D13BF0E-16AE-4192-AED0-F6BE07135CC9}"/>
    <dgm:cxn modelId="{F609747B-AE71-4ACA-93A0-5C6C9FA2C6E1}" srcId="{EE76E364-6A46-492A-9FD7-63C775ADA808}" destId="{FB7856FD-14F6-497F-A96F-439DE861ECA4}" srcOrd="0" destOrd="0" parTransId="{B2A71A46-24A2-44C1-B6DD-257439AFBC0A}" sibTransId="{AED585D0-E158-48D1-8037-5DB08D2C892B}"/>
    <dgm:cxn modelId="{44F1437F-C746-4481-9ADB-1CB2CD734DE5}" type="presOf" srcId="{EE76E364-6A46-492A-9FD7-63C775ADA808}" destId="{EF67F11A-FCD0-4E59-A23F-17BCC3FB1182}" srcOrd="1" destOrd="0" presId="urn:microsoft.com/office/officeart/2005/8/layout/list1"/>
    <dgm:cxn modelId="{F5B37F8A-E7BD-4E4D-ABD3-AEB11F341F98}" srcId="{7316C1D6-5ECD-48F9-B1A0-54E3D68E01A3}" destId="{872B9824-DA74-4B40-B6F5-B5162C203468}" srcOrd="0" destOrd="0" parTransId="{1B568AF4-DEB1-4D63-A26E-5F8644619EDC}" sibTransId="{C84683A7-4B5E-4805-9BF5-AA75C1CD7896}"/>
    <dgm:cxn modelId="{45BADC90-1BEB-4E18-8E43-4B5414B02C6A}" srcId="{EE76E364-6A46-492A-9FD7-63C775ADA808}" destId="{2DCD9DDB-175E-4941-A9CC-3968777E9C33}" srcOrd="1" destOrd="0" parTransId="{D20D7FDE-0E23-409C-9D26-4E8D3B54159C}" sibTransId="{A660DBE3-BFC0-4334-BC1B-24BBEAA4886C}"/>
    <dgm:cxn modelId="{D5EDF6A6-8802-4D34-8932-6452933E4646}" type="presOf" srcId="{872B9824-DA74-4B40-B6F5-B5162C203468}" destId="{8A748C3E-CE62-4E92-A0FE-1F5548AC9D02}" srcOrd="0" destOrd="9" presId="urn:microsoft.com/office/officeart/2005/8/layout/list1"/>
    <dgm:cxn modelId="{C2D045A7-F4AF-4A1A-B988-A0484F0B9C95}" srcId="{7316C1D6-5ECD-48F9-B1A0-54E3D68E01A3}" destId="{B89087CC-4968-4D9D-9400-D9BAF44B38F0}" srcOrd="1" destOrd="0" parTransId="{52C65161-EA61-4E7A-81E3-DD54CBB1FBE4}" sibTransId="{63645E5B-424B-4B3F-908E-DAFD032AAE07}"/>
    <dgm:cxn modelId="{88D6E6A7-1062-4D86-9D47-5679D8845B52}" type="presOf" srcId="{228ADC0D-83DA-40CE-9EF2-B2A23B2BA12F}" destId="{529C8736-509C-426A-B1AF-D9FE39FB5B28}" srcOrd="0" destOrd="0" presId="urn:microsoft.com/office/officeart/2005/8/layout/list1"/>
    <dgm:cxn modelId="{35202EAC-5F14-4E39-974C-FC904AF867BE}" srcId="{BA6B229E-3562-42CB-9BDE-9840C2EAABCE}" destId="{573BEE00-17A1-4930-80DA-675220DF42B6}" srcOrd="2" destOrd="0" parTransId="{777DB149-DFF9-40F7-8E7B-FA60BEF58FD0}" sibTransId="{8904A72F-E509-44A7-9B2E-77549312C72A}"/>
    <dgm:cxn modelId="{AACD3FB9-8F13-4D26-8A56-879B25B1E89E}" type="presOf" srcId="{B89087CC-4968-4D9D-9400-D9BAF44B38F0}" destId="{8A748C3E-CE62-4E92-A0FE-1F5548AC9D02}" srcOrd="0" destOrd="10" presId="urn:microsoft.com/office/officeart/2005/8/layout/list1"/>
    <dgm:cxn modelId="{6B7721DA-4E54-4D2F-81FA-FA47A79D03B8}" srcId="{7316C1D6-5ECD-48F9-B1A0-54E3D68E01A3}" destId="{343EF0D1-E565-4655-813A-A0BAB2E4951B}" srcOrd="2" destOrd="0" parTransId="{D1251FCA-F98D-4FEC-AF4C-52B11EB090F8}" sibTransId="{A6D716EA-7CDD-4A41-A939-9B7695890F9F}"/>
    <dgm:cxn modelId="{CD10DCE2-5952-4248-BC38-B732392C23A5}" type="presOf" srcId="{F15A7613-7F13-47AE-9A9D-531FF89E08C9}" destId="{8A748C3E-CE62-4E92-A0FE-1F5548AC9D02}" srcOrd="0" destOrd="3" presId="urn:microsoft.com/office/officeart/2005/8/layout/list1"/>
    <dgm:cxn modelId="{0810B2E6-C343-4CF5-8A38-64BDF85435AE}" srcId="{BA6B229E-3562-42CB-9BDE-9840C2EAABCE}" destId="{5F703E27-194A-43A3-A380-2A9162B72DC2}" srcOrd="1" destOrd="0" parTransId="{5F8A755E-B426-489F-954E-6CF0608EF997}" sibTransId="{05CA66E2-1DEC-499C-AE8F-EB8522F352AC}"/>
    <dgm:cxn modelId="{8ADAB9E6-BB3B-4581-9B45-07948A4AEA67}" srcId="{228ADC0D-83DA-40CE-9EF2-B2A23B2BA12F}" destId="{EE76E364-6A46-492A-9FD7-63C775ADA808}" srcOrd="0" destOrd="0" parTransId="{522B9AE2-1358-4DCB-B21B-51AD7A4CC3B6}" sibTransId="{119AEC78-9891-4081-85AD-AAE5114E48ED}"/>
    <dgm:cxn modelId="{0B6FFFEC-36D1-4559-8EF6-AB2121C6B9EF}" type="presOf" srcId="{5F703E27-194A-43A3-A380-2A9162B72DC2}" destId="{8A748C3E-CE62-4E92-A0FE-1F5548AC9D02}" srcOrd="0" destOrd="4" presId="urn:microsoft.com/office/officeart/2005/8/layout/list1"/>
    <dgm:cxn modelId="{023355FF-EB37-4CA0-9956-B0F7DCAA3F57}" type="presOf" srcId="{61458097-4C77-42A6-8D32-882C1B18DFCC}" destId="{8A748C3E-CE62-4E92-A0FE-1F5548AC9D02}" srcOrd="0" destOrd="6" presId="urn:microsoft.com/office/officeart/2005/8/layout/list1"/>
    <dgm:cxn modelId="{3DF822E8-82B6-403D-8F70-687BE16F89F8}" type="presParOf" srcId="{529C8736-509C-426A-B1AF-D9FE39FB5B28}" destId="{8BC7EA25-256B-410A-8E19-CC15A19D412A}" srcOrd="0" destOrd="0" presId="urn:microsoft.com/office/officeart/2005/8/layout/list1"/>
    <dgm:cxn modelId="{B01720AC-BA89-4B9D-8EF6-202BAF999D3A}" type="presParOf" srcId="{8BC7EA25-256B-410A-8E19-CC15A19D412A}" destId="{0E75AC4A-956D-493C-A82B-572CF3B1603B}" srcOrd="0" destOrd="0" presId="urn:microsoft.com/office/officeart/2005/8/layout/list1"/>
    <dgm:cxn modelId="{1F994049-92C7-4DA1-B7AE-5EB22743947C}" type="presParOf" srcId="{8BC7EA25-256B-410A-8E19-CC15A19D412A}" destId="{EF67F11A-FCD0-4E59-A23F-17BCC3FB1182}" srcOrd="1" destOrd="0" presId="urn:microsoft.com/office/officeart/2005/8/layout/list1"/>
    <dgm:cxn modelId="{B019D997-1CC2-4B50-91BB-8AD70ECA9F38}" type="presParOf" srcId="{529C8736-509C-426A-B1AF-D9FE39FB5B28}" destId="{E84E3A97-5D14-4C15-B06F-E00215B154CE}" srcOrd="1" destOrd="0" presId="urn:microsoft.com/office/officeart/2005/8/layout/list1"/>
    <dgm:cxn modelId="{4BD1268F-9F9E-46C2-AD3B-342BE0982D81}" type="presParOf" srcId="{529C8736-509C-426A-B1AF-D9FE39FB5B28}" destId="{8A748C3E-CE62-4E92-A0FE-1F5548AC9D02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8ADC0D-83DA-40CE-9EF2-B2A23B2BA12F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E76E364-6A46-492A-9FD7-63C775ADA808}">
      <dgm:prSet/>
      <dgm:spPr/>
      <dgm:t>
        <a:bodyPr/>
        <a:lstStyle/>
        <a:p>
          <a:r>
            <a:rPr lang="it-IT" b="1" dirty="0" err="1"/>
            <a:t>Frontend</a:t>
          </a:r>
          <a:r>
            <a:rPr lang="it-IT" b="1" dirty="0"/>
            <a:t> - </a:t>
          </a:r>
          <a:r>
            <a:rPr lang="it-IT" b="1" dirty="0" err="1"/>
            <a:t>Angular</a:t>
          </a:r>
          <a:endParaRPr lang="en-US" dirty="0"/>
        </a:p>
      </dgm:t>
    </dgm:pt>
    <dgm:pt modelId="{522B9AE2-1358-4DCB-B21B-51AD7A4CC3B6}" type="parTrans" cxnId="{8ADAB9E6-BB3B-4581-9B45-07948A4AEA67}">
      <dgm:prSet/>
      <dgm:spPr/>
      <dgm:t>
        <a:bodyPr/>
        <a:lstStyle/>
        <a:p>
          <a:endParaRPr lang="en-US"/>
        </a:p>
      </dgm:t>
    </dgm:pt>
    <dgm:pt modelId="{119AEC78-9891-4081-85AD-AAE5114E48ED}" type="sibTrans" cxnId="{8ADAB9E6-BB3B-4581-9B45-07948A4AEA67}">
      <dgm:prSet/>
      <dgm:spPr/>
      <dgm:t>
        <a:bodyPr/>
        <a:lstStyle/>
        <a:p>
          <a:endParaRPr lang="en-US"/>
        </a:p>
      </dgm:t>
    </dgm:pt>
    <dgm:pt modelId="{FB7856FD-14F6-497F-A96F-439DE861ECA4}">
      <dgm:prSet/>
      <dgm:spPr>
        <a:solidFill>
          <a:srgbClr val="FFFAEF">
            <a:alpha val="90000"/>
          </a:srgbClr>
        </a:solidFill>
      </dgm:spPr>
      <dgm:t>
        <a:bodyPr/>
        <a:lstStyle/>
        <a:p>
          <a:r>
            <a:rPr lang="it-IT" b="1" dirty="0"/>
            <a:t> Framework principale</a:t>
          </a:r>
          <a:endParaRPr lang="en-US" dirty="0"/>
        </a:p>
      </dgm:t>
    </dgm:pt>
    <dgm:pt modelId="{B2A71A46-24A2-44C1-B6DD-257439AFBC0A}" type="parTrans" cxnId="{F609747B-AE71-4ACA-93A0-5C6C9FA2C6E1}">
      <dgm:prSet/>
      <dgm:spPr/>
      <dgm:t>
        <a:bodyPr/>
        <a:lstStyle/>
        <a:p>
          <a:endParaRPr lang="en-US"/>
        </a:p>
      </dgm:t>
    </dgm:pt>
    <dgm:pt modelId="{AED585D0-E158-48D1-8037-5DB08D2C892B}" type="sibTrans" cxnId="{F609747B-AE71-4ACA-93A0-5C6C9FA2C6E1}">
      <dgm:prSet/>
      <dgm:spPr/>
      <dgm:t>
        <a:bodyPr/>
        <a:lstStyle/>
        <a:p>
          <a:endParaRPr lang="en-US"/>
        </a:p>
      </dgm:t>
    </dgm:pt>
    <dgm:pt modelId="{141D3803-6A45-424D-9651-5627AAB61B6A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 dirty="0"/>
            <a:t> Per dashboard amministrativa</a:t>
          </a:r>
        </a:p>
      </dgm:t>
    </dgm:pt>
    <dgm:pt modelId="{72A51AD2-8239-4A14-AC0B-88EEA7A0179C}" type="parTrans" cxnId="{352A38F5-F7D6-411D-943C-C3F938C1E3D7}">
      <dgm:prSet/>
      <dgm:spPr/>
      <dgm:t>
        <a:bodyPr/>
        <a:lstStyle/>
        <a:p>
          <a:endParaRPr lang="it-IT"/>
        </a:p>
      </dgm:t>
    </dgm:pt>
    <dgm:pt modelId="{A60107BD-2C24-49F4-A940-BA89AA44743A}" type="sibTrans" cxnId="{352A38F5-F7D6-411D-943C-C3F938C1E3D7}">
      <dgm:prSet/>
      <dgm:spPr/>
      <dgm:t>
        <a:bodyPr/>
        <a:lstStyle/>
        <a:p>
          <a:endParaRPr lang="it-IT"/>
        </a:p>
      </dgm:t>
    </dgm:pt>
    <dgm:pt modelId="{99F831AF-A12E-4F07-801E-615F89B3AC36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 dirty="0"/>
            <a:t> Componenti modulari: AI Assistant, AI Co-Pilot, Analytics, Storico</a:t>
          </a:r>
        </a:p>
      </dgm:t>
    </dgm:pt>
    <dgm:pt modelId="{94B83BAF-5140-4A09-9644-C69A5C49696A}" type="parTrans" cxnId="{E4E41DC1-0B30-467C-9E5A-F2C285252BDB}">
      <dgm:prSet/>
      <dgm:spPr/>
      <dgm:t>
        <a:bodyPr/>
        <a:lstStyle/>
        <a:p>
          <a:endParaRPr lang="it-IT"/>
        </a:p>
      </dgm:t>
    </dgm:pt>
    <dgm:pt modelId="{1FFBFB34-0516-4E12-B7E7-CA0B0A76FEBB}" type="sibTrans" cxnId="{E4E41DC1-0B30-467C-9E5A-F2C285252BDB}">
      <dgm:prSet/>
      <dgm:spPr/>
      <dgm:t>
        <a:bodyPr/>
        <a:lstStyle/>
        <a:p>
          <a:endParaRPr lang="it-IT"/>
        </a:p>
      </dgm:t>
    </dgm:pt>
    <dgm:pt modelId="{EA4C9FAE-8632-437A-94BC-F7324DD67615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it-IT" b="1" dirty="0"/>
            <a:t>• </a:t>
          </a:r>
          <a:r>
            <a:rPr lang="it-IT" b="1" dirty="0" err="1"/>
            <a:t>RxJS</a:t>
          </a:r>
          <a:r>
            <a:rPr lang="it-IT" b="1" dirty="0"/>
            <a:t> 7.8.0</a:t>
          </a:r>
        </a:p>
      </dgm:t>
    </dgm:pt>
    <dgm:pt modelId="{933F93DC-F2BC-4901-9B93-BEDA7E1295ED}" type="parTrans" cxnId="{89A26634-7323-49E3-997A-5445C4214B35}">
      <dgm:prSet/>
      <dgm:spPr/>
      <dgm:t>
        <a:bodyPr/>
        <a:lstStyle/>
        <a:p>
          <a:endParaRPr lang="it-IT"/>
        </a:p>
      </dgm:t>
    </dgm:pt>
    <dgm:pt modelId="{18CF30EE-9734-4EDB-80FF-201F7A903B36}" type="sibTrans" cxnId="{89A26634-7323-49E3-997A-5445C4214B35}">
      <dgm:prSet/>
      <dgm:spPr/>
      <dgm:t>
        <a:bodyPr/>
        <a:lstStyle/>
        <a:p>
          <a:endParaRPr lang="it-IT"/>
        </a:p>
      </dgm:t>
    </dgm:pt>
    <dgm:pt modelId="{F5F55255-3B4A-4616-B6F8-0A66537C5D82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 dirty="0"/>
            <a:t> Gestione asincrona chiamate API al </a:t>
          </a:r>
          <a:r>
            <a:rPr lang="it-IT" dirty="0" err="1"/>
            <a:t>backend</a:t>
          </a:r>
          <a:endParaRPr lang="it-IT" dirty="0"/>
        </a:p>
      </dgm:t>
    </dgm:pt>
    <dgm:pt modelId="{AF394C79-B2A6-4DCB-885D-CE8D2685EC33}" type="parTrans" cxnId="{D3CD3EAD-7193-4575-98B5-F9317CE4FB43}">
      <dgm:prSet/>
      <dgm:spPr/>
      <dgm:t>
        <a:bodyPr/>
        <a:lstStyle/>
        <a:p>
          <a:endParaRPr lang="it-IT"/>
        </a:p>
      </dgm:t>
    </dgm:pt>
    <dgm:pt modelId="{E6592C2A-BD5F-424A-817B-CCDA29892586}" type="sibTrans" cxnId="{D3CD3EAD-7193-4575-98B5-F9317CE4FB43}">
      <dgm:prSet/>
      <dgm:spPr/>
      <dgm:t>
        <a:bodyPr/>
        <a:lstStyle/>
        <a:p>
          <a:endParaRPr lang="it-IT"/>
        </a:p>
      </dgm:t>
    </dgm:pt>
    <dgm:pt modelId="{24C10798-75D1-47C0-A4DB-CA289CC5805B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 dirty="0"/>
            <a:t> Polling per status documenti in analisi</a:t>
          </a:r>
        </a:p>
      </dgm:t>
    </dgm:pt>
    <dgm:pt modelId="{CCB71030-2EA5-4506-92EC-221C09CE28D3}" type="parTrans" cxnId="{32E73583-EC60-44EC-A1BF-54C8775B331D}">
      <dgm:prSet/>
      <dgm:spPr/>
      <dgm:t>
        <a:bodyPr/>
        <a:lstStyle/>
        <a:p>
          <a:endParaRPr lang="it-IT"/>
        </a:p>
      </dgm:t>
    </dgm:pt>
    <dgm:pt modelId="{ACEF8760-0D4C-4F48-B99C-551EED1CF848}" type="sibTrans" cxnId="{32E73583-EC60-44EC-A1BF-54C8775B331D}">
      <dgm:prSet/>
      <dgm:spPr/>
      <dgm:t>
        <a:bodyPr/>
        <a:lstStyle/>
        <a:p>
          <a:endParaRPr lang="it-IT"/>
        </a:p>
      </dgm:t>
    </dgm:pt>
    <dgm:pt modelId="{E31BE80F-FA49-4F70-A117-DEE2C6B30620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it-IT" dirty="0"/>
        </a:p>
      </dgm:t>
    </dgm:pt>
    <dgm:pt modelId="{4DD27760-D8B2-44E5-987B-E46770BBE20F}" type="parTrans" cxnId="{EDA85965-8EE4-4632-8404-E31BDFF00BB4}">
      <dgm:prSet/>
      <dgm:spPr/>
      <dgm:t>
        <a:bodyPr/>
        <a:lstStyle/>
        <a:p>
          <a:endParaRPr lang="it-IT"/>
        </a:p>
      </dgm:t>
    </dgm:pt>
    <dgm:pt modelId="{5B9CFE27-FE64-4208-96F1-2FDAF281E8E1}" type="sibTrans" cxnId="{EDA85965-8EE4-4632-8404-E31BDFF00BB4}">
      <dgm:prSet/>
      <dgm:spPr/>
      <dgm:t>
        <a:bodyPr/>
        <a:lstStyle/>
        <a:p>
          <a:endParaRPr lang="it-IT"/>
        </a:p>
      </dgm:t>
    </dgm:pt>
    <dgm:pt modelId="{529C8736-509C-426A-B1AF-D9FE39FB5B28}" type="pres">
      <dgm:prSet presAssocID="{228ADC0D-83DA-40CE-9EF2-B2A23B2BA12F}" presName="linear" presStyleCnt="0">
        <dgm:presLayoutVars>
          <dgm:dir/>
          <dgm:animLvl val="lvl"/>
          <dgm:resizeHandles val="exact"/>
        </dgm:presLayoutVars>
      </dgm:prSet>
      <dgm:spPr/>
    </dgm:pt>
    <dgm:pt modelId="{8BC7EA25-256B-410A-8E19-CC15A19D412A}" type="pres">
      <dgm:prSet presAssocID="{EE76E364-6A46-492A-9FD7-63C775ADA808}" presName="parentLin" presStyleCnt="0"/>
      <dgm:spPr/>
    </dgm:pt>
    <dgm:pt modelId="{0E75AC4A-956D-493C-A82B-572CF3B1603B}" type="pres">
      <dgm:prSet presAssocID="{EE76E364-6A46-492A-9FD7-63C775ADA808}" presName="parentLeftMargin" presStyleLbl="node1" presStyleIdx="0" presStyleCnt="1"/>
      <dgm:spPr/>
    </dgm:pt>
    <dgm:pt modelId="{EF67F11A-FCD0-4E59-A23F-17BCC3FB1182}" type="pres">
      <dgm:prSet presAssocID="{EE76E364-6A46-492A-9FD7-63C775ADA80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84E3A97-5D14-4C15-B06F-E00215B154CE}" type="pres">
      <dgm:prSet presAssocID="{EE76E364-6A46-492A-9FD7-63C775ADA808}" presName="negativeSpace" presStyleCnt="0"/>
      <dgm:spPr/>
    </dgm:pt>
    <dgm:pt modelId="{8A748C3E-CE62-4E92-A0FE-1F5548AC9D02}" type="pres">
      <dgm:prSet presAssocID="{EE76E364-6A46-492A-9FD7-63C775ADA808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BEAA9F05-EFD4-47E4-BDAD-A275F0EA0751}" type="presOf" srcId="{FB7856FD-14F6-497F-A96F-439DE861ECA4}" destId="{8A748C3E-CE62-4E92-A0FE-1F5548AC9D02}" srcOrd="0" destOrd="0" presId="urn:microsoft.com/office/officeart/2005/8/layout/list1"/>
    <dgm:cxn modelId="{89A26634-7323-49E3-997A-5445C4214B35}" srcId="{EE76E364-6A46-492A-9FD7-63C775ADA808}" destId="{EA4C9FAE-8632-437A-94BC-F7324DD67615}" srcOrd="2" destOrd="0" parTransId="{933F93DC-F2BC-4901-9B93-BEDA7E1295ED}" sibTransId="{18CF30EE-9734-4EDB-80FF-201F7A903B36}"/>
    <dgm:cxn modelId="{0C848A3D-3553-4924-8D80-54F69669587F}" type="presOf" srcId="{228ADC0D-83DA-40CE-9EF2-B2A23B2BA12F}" destId="{529C8736-509C-426A-B1AF-D9FE39FB5B28}" srcOrd="0" destOrd="0" presId="urn:microsoft.com/office/officeart/2005/8/layout/list1"/>
    <dgm:cxn modelId="{EDA85965-8EE4-4632-8404-E31BDFF00BB4}" srcId="{EE76E364-6A46-492A-9FD7-63C775ADA808}" destId="{E31BE80F-FA49-4F70-A117-DEE2C6B30620}" srcOrd="1" destOrd="0" parTransId="{4DD27760-D8B2-44E5-987B-E46770BBE20F}" sibTransId="{5B9CFE27-FE64-4208-96F1-2FDAF281E8E1}"/>
    <dgm:cxn modelId="{7819AA54-EB0A-454E-AD7C-9E32ABD54220}" type="presOf" srcId="{141D3803-6A45-424D-9651-5627AAB61B6A}" destId="{8A748C3E-CE62-4E92-A0FE-1F5548AC9D02}" srcOrd="0" destOrd="1" presId="urn:microsoft.com/office/officeart/2005/8/layout/list1"/>
    <dgm:cxn modelId="{0C2C0556-2531-4132-A5FF-B6C94EF444C9}" type="presOf" srcId="{EE76E364-6A46-492A-9FD7-63C775ADA808}" destId="{EF67F11A-FCD0-4E59-A23F-17BCC3FB1182}" srcOrd="1" destOrd="0" presId="urn:microsoft.com/office/officeart/2005/8/layout/list1"/>
    <dgm:cxn modelId="{F609747B-AE71-4ACA-93A0-5C6C9FA2C6E1}" srcId="{EE76E364-6A46-492A-9FD7-63C775ADA808}" destId="{FB7856FD-14F6-497F-A96F-439DE861ECA4}" srcOrd="0" destOrd="0" parTransId="{B2A71A46-24A2-44C1-B6DD-257439AFBC0A}" sibTransId="{AED585D0-E158-48D1-8037-5DB08D2C892B}"/>
    <dgm:cxn modelId="{32E73583-EC60-44EC-A1BF-54C8775B331D}" srcId="{EA4C9FAE-8632-437A-94BC-F7324DD67615}" destId="{24C10798-75D1-47C0-A4DB-CA289CC5805B}" srcOrd="1" destOrd="0" parTransId="{CCB71030-2EA5-4506-92EC-221C09CE28D3}" sibTransId="{ACEF8760-0D4C-4F48-B99C-551EED1CF848}"/>
    <dgm:cxn modelId="{EEF0FD9E-9011-42DF-B6EF-82670B3BF794}" type="presOf" srcId="{F5F55255-3B4A-4616-B6F8-0A66537C5D82}" destId="{8A748C3E-CE62-4E92-A0FE-1F5548AC9D02}" srcOrd="0" destOrd="5" presId="urn:microsoft.com/office/officeart/2005/8/layout/list1"/>
    <dgm:cxn modelId="{D3CD3EAD-7193-4575-98B5-F9317CE4FB43}" srcId="{EA4C9FAE-8632-437A-94BC-F7324DD67615}" destId="{F5F55255-3B4A-4616-B6F8-0A66537C5D82}" srcOrd="0" destOrd="0" parTransId="{AF394C79-B2A6-4DCB-885D-CE8D2685EC33}" sibTransId="{E6592C2A-BD5F-424A-817B-CCDA29892586}"/>
    <dgm:cxn modelId="{EC22ABB2-7ED1-4B07-AA92-F5ECE1EA5D71}" type="presOf" srcId="{EA4C9FAE-8632-437A-94BC-F7324DD67615}" destId="{8A748C3E-CE62-4E92-A0FE-1F5548AC9D02}" srcOrd="0" destOrd="4" presId="urn:microsoft.com/office/officeart/2005/8/layout/list1"/>
    <dgm:cxn modelId="{5E9EFBBC-6F16-404D-8426-5A65476D0E63}" type="presOf" srcId="{24C10798-75D1-47C0-A4DB-CA289CC5805B}" destId="{8A748C3E-CE62-4E92-A0FE-1F5548AC9D02}" srcOrd="0" destOrd="6" presId="urn:microsoft.com/office/officeart/2005/8/layout/list1"/>
    <dgm:cxn modelId="{532EA1BD-9135-47A3-810A-B944735836EF}" type="presOf" srcId="{EE76E364-6A46-492A-9FD7-63C775ADA808}" destId="{0E75AC4A-956D-493C-A82B-572CF3B1603B}" srcOrd="0" destOrd="0" presId="urn:microsoft.com/office/officeart/2005/8/layout/list1"/>
    <dgm:cxn modelId="{E4E41DC1-0B30-467C-9E5A-F2C285252BDB}" srcId="{FB7856FD-14F6-497F-A96F-439DE861ECA4}" destId="{99F831AF-A12E-4F07-801E-615F89B3AC36}" srcOrd="1" destOrd="0" parTransId="{94B83BAF-5140-4A09-9644-C69A5C49696A}" sibTransId="{1FFBFB34-0516-4E12-B7E7-CA0B0A76FEBB}"/>
    <dgm:cxn modelId="{061639D3-5D54-47A9-BA0F-3FBD23F399C3}" type="presOf" srcId="{E31BE80F-FA49-4F70-A117-DEE2C6B30620}" destId="{8A748C3E-CE62-4E92-A0FE-1F5548AC9D02}" srcOrd="0" destOrd="3" presId="urn:microsoft.com/office/officeart/2005/8/layout/list1"/>
    <dgm:cxn modelId="{1768D9DB-57D8-4877-BB53-088C72093E55}" type="presOf" srcId="{99F831AF-A12E-4F07-801E-615F89B3AC36}" destId="{8A748C3E-CE62-4E92-A0FE-1F5548AC9D02}" srcOrd="0" destOrd="2" presId="urn:microsoft.com/office/officeart/2005/8/layout/list1"/>
    <dgm:cxn modelId="{8ADAB9E6-BB3B-4581-9B45-07948A4AEA67}" srcId="{228ADC0D-83DA-40CE-9EF2-B2A23B2BA12F}" destId="{EE76E364-6A46-492A-9FD7-63C775ADA808}" srcOrd="0" destOrd="0" parTransId="{522B9AE2-1358-4DCB-B21B-51AD7A4CC3B6}" sibTransId="{119AEC78-9891-4081-85AD-AAE5114E48ED}"/>
    <dgm:cxn modelId="{352A38F5-F7D6-411D-943C-C3F938C1E3D7}" srcId="{FB7856FD-14F6-497F-A96F-439DE861ECA4}" destId="{141D3803-6A45-424D-9651-5627AAB61B6A}" srcOrd="0" destOrd="0" parTransId="{72A51AD2-8239-4A14-AC0B-88EEA7A0179C}" sibTransId="{A60107BD-2C24-49F4-A940-BA89AA44743A}"/>
    <dgm:cxn modelId="{2279119C-6185-49D8-86B8-240418A9F99B}" type="presParOf" srcId="{529C8736-509C-426A-B1AF-D9FE39FB5B28}" destId="{8BC7EA25-256B-410A-8E19-CC15A19D412A}" srcOrd="0" destOrd="0" presId="urn:microsoft.com/office/officeart/2005/8/layout/list1"/>
    <dgm:cxn modelId="{765E31C3-7799-46A6-8DC4-0025CE16B733}" type="presParOf" srcId="{8BC7EA25-256B-410A-8E19-CC15A19D412A}" destId="{0E75AC4A-956D-493C-A82B-572CF3B1603B}" srcOrd="0" destOrd="0" presId="urn:microsoft.com/office/officeart/2005/8/layout/list1"/>
    <dgm:cxn modelId="{46E10686-AFE9-435F-BB57-78D8F28274FC}" type="presParOf" srcId="{8BC7EA25-256B-410A-8E19-CC15A19D412A}" destId="{EF67F11A-FCD0-4E59-A23F-17BCC3FB1182}" srcOrd="1" destOrd="0" presId="urn:microsoft.com/office/officeart/2005/8/layout/list1"/>
    <dgm:cxn modelId="{C5FB36A8-85E2-4A6A-8F32-E07DDABC9065}" type="presParOf" srcId="{529C8736-509C-426A-B1AF-D9FE39FB5B28}" destId="{E84E3A97-5D14-4C15-B06F-E00215B154CE}" srcOrd="1" destOrd="0" presId="urn:microsoft.com/office/officeart/2005/8/layout/list1"/>
    <dgm:cxn modelId="{CD232058-5717-4FCC-872D-4E6D9145899C}" type="presParOf" srcId="{529C8736-509C-426A-B1AF-D9FE39FB5B28}" destId="{8A748C3E-CE62-4E92-A0FE-1F5548AC9D02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8ADC0D-83DA-40CE-9EF2-B2A23B2BA12F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E76E364-6A46-492A-9FD7-63C775ADA808}">
      <dgm:prSet/>
      <dgm:spPr/>
      <dgm:t>
        <a:bodyPr/>
        <a:lstStyle/>
        <a:p>
          <a:r>
            <a:rPr lang="it-IT" b="1" dirty="0" err="1"/>
            <a:t>Backend</a:t>
          </a:r>
          <a:r>
            <a:rPr lang="it-IT" b="1" dirty="0"/>
            <a:t> - Ruby on </a:t>
          </a:r>
          <a:r>
            <a:rPr lang="it-IT" b="1" dirty="0" err="1"/>
            <a:t>Rails</a:t>
          </a:r>
          <a:endParaRPr lang="en-US" dirty="0"/>
        </a:p>
      </dgm:t>
    </dgm:pt>
    <dgm:pt modelId="{522B9AE2-1358-4DCB-B21B-51AD7A4CC3B6}" type="parTrans" cxnId="{8ADAB9E6-BB3B-4581-9B45-07948A4AEA67}">
      <dgm:prSet/>
      <dgm:spPr/>
      <dgm:t>
        <a:bodyPr/>
        <a:lstStyle/>
        <a:p>
          <a:endParaRPr lang="en-US"/>
        </a:p>
      </dgm:t>
    </dgm:pt>
    <dgm:pt modelId="{119AEC78-9891-4081-85AD-AAE5114E48ED}" type="sibTrans" cxnId="{8ADAB9E6-BB3B-4581-9B45-07948A4AEA67}">
      <dgm:prSet/>
      <dgm:spPr/>
      <dgm:t>
        <a:bodyPr/>
        <a:lstStyle/>
        <a:p>
          <a:endParaRPr lang="en-US"/>
        </a:p>
      </dgm:t>
    </dgm:pt>
    <dgm:pt modelId="{FB7856FD-14F6-497F-A96F-439DE861ECA4}">
      <dgm:prSet/>
      <dgm:spPr>
        <a:solidFill>
          <a:srgbClr val="FFFAEF">
            <a:alpha val="90000"/>
          </a:srgbClr>
        </a:solidFill>
      </dgm:spPr>
      <dgm:t>
        <a:bodyPr/>
        <a:lstStyle/>
        <a:p>
          <a:r>
            <a:rPr lang="it-IT" b="1" dirty="0"/>
            <a:t>API REST </a:t>
          </a:r>
          <a:endParaRPr lang="en-US" dirty="0"/>
        </a:p>
      </dgm:t>
    </dgm:pt>
    <dgm:pt modelId="{B2A71A46-24A2-44C1-B6DD-257439AFBC0A}" type="parTrans" cxnId="{F609747B-AE71-4ACA-93A0-5C6C9FA2C6E1}">
      <dgm:prSet/>
      <dgm:spPr/>
      <dgm:t>
        <a:bodyPr/>
        <a:lstStyle/>
        <a:p>
          <a:endParaRPr lang="en-US"/>
        </a:p>
      </dgm:t>
    </dgm:pt>
    <dgm:pt modelId="{AED585D0-E158-48D1-8037-5DB08D2C892B}" type="sibTrans" cxnId="{F609747B-AE71-4ACA-93A0-5C6C9FA2C6E1}">
      <dgm:prSet/>
      <dgm:spPr/>
      <dgm:t>
        <a:bodyPr/>
        <a:lstStyle/>
        <a:p>
          <a:endParaRPr lang="en-US"/>
        </a:p>
      </dgm:t>
    </dgm:pt>
    <dgm:pt modelId="{F0995947-CE14-4D83-9ECC-D60425475577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/>
            <a:t>Endpoint per generazione testo AI (/genera)</a:t>
          </a:r>
        </a:p>
      </dgm:t>
    </dgm:pt>
    <dgm:pt modelId="{8C65760D-4140-486E-844F-5B7951439C97}" type="parTrans" cxnId="{11E2A1A2-CA31-4CCC-AA4B-3206B710C5B0}">
      <dgm:prSet/>
      <dgm:spPr/>
      <dgm:t>
        <a:bodyPr/>
        <a:lstStyle/>
        <a:p>
          <a:endParaRPr lang="it-IT"/>
        </a:p>
      </dgm:t>
    </dgm:pt>
    <dgm:pt modelId="{CFD1E0D2-15BF-4A59-9258-6D8872AB7B21}" type="sibTrans" cxnId="{11E2A1A2-CA31-4CCC-AA4B-3206B710C5B0}">
      <dgm:prSet/>
      <dgm:spPr/>
      <dgm:t>
        <a:bodyPr/>
        <a:lstStyle/>
        <a:p>
          <a:endParaRPr lang="it-IT"/>
        </a:p>
      </dgm:t>
    </dgm:pt>
    <dgm:pt modelId="{95A7F12D-297F-40DB-A513-3018E3940734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 dirty="0"/>
            <a:t>Gestione documenti: upload, analisi, consultazione</a:t>
          </a:r>
        </a:p>
      </dgm:t>
    </dgm:pt>
    <dgm:pt modelId="{A291ECBE-22CB-47BD-8297-0F8ACE219388}" type="parTrans" cxnId="{15788A52-A4F9-46EF-BCF8-196FE6E8987F}">
      <dgm:prSet/>
      <dgm:spPr/>
      <dgm:t>
        <a:bodyPr/>
        <a:lstStyle/>
        <a:p>
          <a:endParaRPr lang="it-IT"/>
        </a:p>
      </dgm:t>
    </dgm:pt>
    <dgm:pt modelId="{1015E87D-49D3-429E-B75A-C080A41BC7E4}" type="sibTrans" cxnId="{15788A52-A4F9-46EF-BCF8-196FE6E8987F}">
      <dgm:prSet/>
      <dgm:spPr/>
      <dgm:t>
        <a:bodyPr/>
        <a:lstStyle/>
        <a:p>
          <a:endParaRPr lang="it-IT"/>
        </a:p>
      </dgm:t>
    </dgm:pt>
    <dgm:pt modelId="{F30AB126-9BA3-4F11-8686-655896DDE649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 dirty="0"/>
            <a:t>Gestione conversazioni e storico messaggi</a:t>
          </a:r>
        </a:p>
      </dgm:t>
    </dgm:pt>
    <dgm:pt modelId="{89A05751-DF44-4874-A8EE-5C3884B19D5C}" type="parTrans" cxnId="{FCBF825B-483C-430E-870F-C59523B13463}">
      <dgm:prSet/>
      <dgm:spPr/>
      <dgm:t>
        <a:bodyPr/>
        <a:lstStyle/>
        <a:p>
          <a:endParaRPr lang="it-IT"/>
        </a:p>
      </dgm:t>
    </dgm:pt>
    <dgm:pt modelId="{FC8DC035-1625-47F2-AB88-670A3ACCDCAD}" type="sibTrans" cxnId="{FCBF825B-483C-430E-870F-C59523B13463}">
      <dgm:prSet/>
      <dgm:spPr/>
      <dgm:t>
        <a:bodyPr/>
        <a:lstStyle/>
        <a:p>
          <a:endParaRPr lang="it-IT"/>
        </a:p>
      </dgm:t>
    </dgm:pt>
    <dgm:pt modelId="{05CACA1C-8514-488E-A3B1-743F4C7FDF8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b="1" dirty="0"/>
            <a:t>Service Pattern</a:t>
          </a:r>
        </a:p>
      </dgm:t>
    </dgm:pt>
    <dgm:pt modelId="{5137DEA9-573D-45E0-BEFF-0CC80F2BF13A}" type="parTrans" cxnId="{DC3F106A-775E-4BA0-94B0-446F37EFF2A7}">
      <dgm:prSet/>
      <dgm:spPr/>
      <dgm:t>
        <a:bodyPr/>
        <a:lstStyle/>
        <a:p>
          <a:endParaRPr lang="it-IT"/>
        </a:p>
      </dgm:t>
    </dgm:pt>
    <dgm:pt modelId="{077B0C73-DA12-4F3C-B8A7-19223FD43E01}" type="sibTrans" cxnId="{DC3F106A-775E-4BA0-94B0-446F37EFF2A7}">
      <dgm:prSet/>
      <dgm:spPr/>
      <dgm:t>
        <a:bodyPr/>
        <a:lstStyle/>
        <a:p>
          <a:endParaRPr lang="it-IT"/>
        </a:p>
      </dgm:t>
    </dgm:pt>
    <dgm:pt modelId="{97E67E5C-DF06-4EED-B1E8-66C2018EB052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/>
            <a:t>AiService: orchestrazione generazione testo con contesto aziendale</a:t>
          </a:r>
        </a:p>
      </dgm:t>
    </dgm:pt>
    <dgm:pt modelId="{7DF86695-71CA-4EED-8188-C504AB812890}" type="parTrans" cxnId="{09B9BC47-2A9B-4941-9011-D241E8C5EF9D}">
      <dgm:prSet/>
      <dgm:spPr/>
      <dgm:t>
        <a:bodyPr/>
        <a:lstStyle/>
        <a:p>
          <a:endParaRPr lang="it-IT"/>
        </a:p>
      </dgm:t>
    </dgm:pt>
    <dgm:pt modelId="{CED077FF-7ED2-439E-8EB5-8DDB2B6C38C0}" type="sibTrans" cxnId="{09B9BC47-2A9B-4941-9011-D241E8C5EF9D}">
      <dgm:prSet/>
      <dgm:spPr/>
      <dgm:t>
        <a:bodyPr/>
        <a:lstStyle/>
        <a:p>
          <a:endParaRPr lang="it-IT"/>
        </a:p>
      </dgm:t>
    </dgm:pt>
    <dgm:pt modelId="{D41AA80C-B95D-4DC9-931E-F132560E39DA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/>
            <a:t>DocumentAnalysisService: OCR e estrazione dati da PDF/immagini</a:t>
          </a:r>
        </a:p>
      </dgm:t>
    </dgm:pt>
    <dgm:pt modelId="{054C04AB-BA6F-4CE9-8B1C-715FCBE24884}" type="parTrans" cxnId="{118FFBEE-DC84-405B-B8B6-3A0BC78AB23E}">
      <dgm:prSet/>
      <dgm:spPr/>
      <dgm:t>
        <a:bodyPr/>
        <a:lstStyle/>
        <a:p>
          <a:endParaRPr lang="it-IT"/>
        </a:p>
      </dgm:t>
    </dgm:pt>
    <dgm:pt modelId="{E65B586C-5326-4D79-B708-94053D65E77F}" type="sibTrans" cxnId="{118FFBEE-DC84-405B-B8B6-3A0BC78AB23E}">
      <dgm:prSet/>
      <dgm:spPr/>
      <dgm:t>
        <a:bodyPr/>
        <a:lstStyle/>
        <a:p>
          <a:endParaRPr lang="it-IT"/>
        </a:p>
      </dgm:t>
    </dgm:pt>
    <dgm:pt modelId="{EECA5FCB-DB54-4515-8F53-72C7E30A1728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en-US" dirty="0" err="1"/>
            <a:t>AiTextGenerator</a:t>
          </a:r>
          <a:r>
            <a:rPr lang="en-US" dirty="0"/>
            <a:t>: adapter per AWS Bedrock SDK</a:t>
          </a:r>
          <a:endParaRPr lang="it-IT" dirty="0"/>
        </a:p>
      </dgm:t>
    </dgm:pt>
    <dgm:pt modelId="{3863604E-7E93-40E7-9FEB-23D76DB70CEA}" type="parTrans" cxnId="{DC91C485-9AC5-451F-9AE1-C0F476EB6206}">
      <dgm:prSet/>
      <dgm:spPr/>
      <dgm:t>
        <a:bodyPr/>
        <a:lstStyle/>
        <a:p>
          <a:endParaRPr lang="it-IT"/>
        </a:p>
      </dgm:t>
    </dgm:pt>
    <dgm:pt modelId="{6D70DF1C-D6E9-49F3-AD91-4F1312852BBB}" type="sibTrans" cxnId="{DC91C485-9AC5-451F-9AE1-C0F476EB6206}">
      <dgm:prSet/>
      <dgm:spPr/>
      <dgm:t>
        <a:bodyPr/>
        <a:lstStyle/>
        <a:p>
          <a:endParaRPr lang="it-IT"/>
        </a:p>
      </dgm:t>
    </dgm:pt>
    <dgm:pt modelId="{AA94B83B-559F-4349-AEEF-CFF096C1B52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b="1" dirty="0"/>
            <a:t>Active Storage</a:t>
          </a:r>
        </a:p>
      </dgm:t>
    </dgm:pt>
    <dgm:pt modelId="{27DA67FC-2500-4060-AEA0-EF50600B9194}" type="parTrans" cxnId="{A514AF4D-4492-4618-A0F9-8A5152E75561}">
      <dgm:prSet/>
      <dgm:spPr/>
      <dgm:t>
        <a:bodyPr/>
        <a:lstStyle/>
        <a:p>
          <a:endParaRPr lang="it-IT"/>
        </a:p>
      </dgm:t>
    </dgm:pt>
    <dgm:pt modelId="{402D5ED1-A66C-406E-BBBD-B0DEBAD8267E}" type="sibTrans" cxnId="{A514AF4D-4492-4618-A0F9-8A5152E75561}">
      <dgm:prSet/>
      <dgm:spPr/>
      <dgm:t>
        <a:bodyPr/>
        <a:lstStyle/>
        <a:p>
          <a:endParaRPr lang="it-IT"/>
        </a:p>
      </dgm:t>
    </dgm:pt>
    <dgm:pt modelId="{181CC6D5-D593-4D47-9F80-90781C2FF6CC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 dirty="0"/>
            <a:t>Gestione upload e storage documenti</a:t>
          </a:r>
        </a:p>
      </dgm:t>
    </dgm:pt>
    <dgm:pt modelId="{8E0F15C4-B7A7-44CE-A0C0-5E8968E5C579}" type="parTrans" cxnId="{AFD6D308-4D6D-41A0-B9E6-45442280845E}">
      <dgm:prSet/>
      <dgm:spPr/>
      <dgm:t>
        <a:bodyPr/>
        <a:lstStyle/>
        <a:p>
          <a:endParaRPr lang="it-IT"/>
        </a:p>
      </dgm:t>
    </dgm:pt>
    <dgm:pt modelId="{998CAD14-9D3B-4469-B322-BE3FE75FB6A4}" type="sibTrans" cxnId="{AFD6D308-4D6D-41A0-B9E6-45442280845E}">
      <dgm:prSet/>
      <dgm:spPr/>
      <dgm:t>
        <a:bodyPr/>
        <a:lstStyle/>
        <a:p>
          <a:endParaRPr lang="it-IT"/>
        </a:p>
      </dgm:t>
    </dgm:pt>
    <dgm:pt modelId="{25743D0A-F3FD-478C-ADAF-F4063DDF24C2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it-IT" dirty="0"/>
        </a:p>
      </dgm:t>
    </dgm:pt>
    <dgm:pt modelId="{4123C60A-D82C-4380-B3B1-33A0F29EA7A7}" type="parTrans" cxnId="{A20DD3DC-110A-4A8F-8550-889E2113B2AC}">
      <dgm:prSet/>
      <dgm:spPr/>
      <dgm:t>
        <a:bodyPr/>
        <a:lstStyle/>
        <a:p>
          <a:endParaRPr lang="it-IT"/>
        </a:p>
      </dgm:t>
    </dgm:pt>
    <dgm:pt modelId="{17355BA7-A0F2-44B5-9276-A325F0DCEC04}" type="sibTrans" cxnId="{A20DD3DC-110A-4A8F-8550-889E2113B2AC}">
      <dgm:prSet/>
      <dgm:spPr/>
      <dgm:t>
        <a:bodyPr/>
        <a:lstStyle/>
        <a:p>
          <a:endParaRPr lang="it-IT"/>
        </a:p>
      </dgm:t>
    </dgm:pt>
    <dgm:pt modelId="{2572F097-FD6E-47CC-9952-EA72E1E6B7D7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it-IT" dirty="0"/>
        </a:p>
      </dgm:t>
    </dgm:pt>
    <dgm:pt modelId="{7DA250F3-C26E-4E58-B34D-ADD098D8D577}" type="parTrans" cxnId="{4F0F1ADC-2EBE-4F4E-9221-A824D310F99C}">
      <dgm:prSet/>
      <dgm:spPr/>
      <dgm:t>
        <a:bodyPr/>
        <a:lstStyle/>
        <a:p>
          <a:endParaRPr lang="it-IT"/>
        </a:p>
      </dgm:t>
    </dgm:pt>
    <dgm:pt modelId="{212C8506-FAEB-40DF-9803-B85BCA38A8D9}" type="sibTrans" cxnId="{4F0F1ADC-2EBE-4F4E-9221-A824D310F99C}">
      <dgm:prSet/>
      <dgm:spPr/>
      <dgm:t>
        <a:bodyPr/>
        <a:lstStyle/>
        <a:p>
          <a:endParaRPr lang="it-IT"/>
        </a:p>
      </dgm:t>
    </dgm:pt>
    <dgm:pt modelId="{529C8736-509C-426A-B1AF-D9FE39FB5B28}" type="pres">
      <dgm:prSet presAssocID="{228ADC0D-83DA-40CE-9EF2-B2A23B2BA12F}" presName="linear" presStyleCnt="0">
        <dgm:presLayoutVars>
          <dgm:dir/>
          <dgm:animLvl val="lvl"/>
          <dgm:resizeHandles val="exact"/>
        </dgm:presLayoutVars>
      </dgm:prSet>
      <dgm:spPr/>
    </dgm:pt>
    <dgm:pt modelId="{8BC7EA25-256B-410A-8E19-CC15A19D412A}" type="pres">
      <dgm:prSet presAssocID="{EE76E364-6A46-492A-9FD7-63C775ADA808}" presName="parentLin" presStyleCnt="0"/>
      <dgm:spPr/>
    </dgm:pt>
    <dgm:pt modelId="{0E75AC4A-956D-493C-A82B-572CF3B1603B}" type="pres">
      <dgm:prSet presAssocID="{EE76E364-6A46-492A-9FD7-63C775ADA808}" presName="parentLeftMargin" presStyleLbl="node1" presStyleIdx="0" presStyleCnt="1"/>
      <dgm:spPr/>
    </dgm:pt>
    <dgm:pt modelId="{EF67F11A-FCD0-4E59-A23F-17BCC3FB1182}" type="pres">
      <dgm:prSet presAssocID="{EE76E364-6A46-492A-9FD7-63C775ADA80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84E3A97-5D14-4C15-B06F-E00215B154CE}" type="pres">
      <dgm:prSet presAssocID="{EE76E364-6A46-492A-9FD7-63C775ADA808}" presName="negativeSpace" presStyleCnt="0"/>
      <dgm:spPr/>
    </dgm:pt>
    <dgm:pt modelId="{8A748C3E-CE62-4E92-A0FE-1F5548AC9D02}" type="pres">
      <dgm:prSet presAssocID="{EE76E364-6A46-492A-9FD7-63C775ADA808}" presName="childText" presStyleLbl="conFgAcc1" presStyleIdx="0" presStyleCnt="1" custLinFactNeighborX="-424">
        <dgm:presLayoutVars>
          <dgm:bulletEnabled val="1"/>
        </dgm:presLayoutVars>
      </dgm:prSet>
      <dgm:spPr/>
    </dgm:pt>
  </dgm:ptLst>
  <dgm:cxnLst>
    <dgm:cxn modelId="{7A8FBD00-DDE6-4A47-8BEA-3DCA5326508E}" type="presOf" srcId="{2572F097-FD6E-47CC-9952-EA72E1E6B7D7}" destId="{8A748C3E-CE62-4E92-A0FE-1F5548AC9D02}" srcOrd="0" destOrd="9" presId="urn:microsoft.com/office/officeart/2005/8/layout/list1"/>
    <dgm:cxn modelId="{75F3EE01-A7BB-4740-99D4-EA5011A5128A}" type="presOf" srcId="{95A7F12D-297F-40DB-A513-3018E3940734}" destId="{8A748C3E-CE62-4E92-A0FE-1F5548AC9D02}" srcOrd="0" destOrd="2" presId="urn:microsoft.com/office/officeart/2005/8/layout/list1"/>
    <dgm:cxn modelId="{AFD6D308-4D6D-41A0-B9E6-45442280845E}" srcId="{AA94B83B-559F-4349-AEEF-CFF096C1B520}" destId="{181CC6D5-D593-4D47-9F80-90781C2FF6CC}" srcOrd="0" destOrd="0" parTransId="{8E0F15C4-B7A7-44CE-A0C0-5E8968E5C579}" sibTransId="{998CAD14-9D3B-4469-B322-BE3FE75FB6A4}"/>
    <dgm:cxn modelId="{1770F720-81C9-4D12-8628-6C98FAAFF1E1}" type="presOf" srcId="{EE76E364-6A46-492A-9FD7-63C775ADA808}" destId="{EF67F11A-FCD0-4E59-A23F-17BCC3FB1182}" srcOrd="1" destOrd="0" presId="urn:microsoft.com/office/officeart/2005/8/layout/list1"/>
    <dgm:cxn modelId="{0C848A3D-3553-4924-8D80-54F69669587F}" type="presOf" srcId="{228ADC0D-83DA-40CE-9EF2-B2A23B2BA12F}" destId="{529C8736-509C-426A-B1AF-D9FE39FB5B28}" srcOrd="0" destOrd="0" presId="urn:microsoft.com/office/officeart/2005/8/layout/list1"/>
    <dgm:cxn modelId="{FCBF825B-483C-430E-870F-C59523B13463}" srcId="{FB7856FD-14F6-497F-A96F-439DE861ECA4}" destId="{F30AB126-9BA3-4F11-8686-655896DDE649}" srcOrd="2" destOrd="0" parTransId="{89A05751-DF44-4874-A8EE-5C3884B19D5C}" sibTransId="{FC8DC035-1625-47F2-AB88-670A3ACCDCAD}"/>
    <dgm:cxn modelId="{09B9BC47-2A9B-4941-9011-D241E8C5EF9D}" srcId="{05CACA1C-8514-488E-A3B1-743F4C7FDF81}" destId="{97E67E5C-DF06-4EED-B1E8-66C2018EB052}" srcOrd="0" destOrd="0" parTransId="{7DF86695-71CA-4EED-8188-C504AB812890}" sibTransId="{CED077FF-7ED2-439E-8EB5-8DDB2B6C38C0}"/>
    <dgm:cxn modelId="{DC3F106A-775E-4BA0-94B0-446F37EFF2A7}" srcId="{EE76E364-6A46-492A-9FD7-63C775ADA808}" destId="{05CACA1C-8514-488E-A3B1-743F4C7FDF81}" srcOrd="2" destOrd="0" parTransId="{5137DEA9-573D-45E0-BEFF-0CC80F2BF13A}" sibTransId="{077B0C73-DA12-4F3C-B8A7-19223FD43E01}"/>
    <dgm:cxn modelId="{A514AF4D-4492-4618-A0F9-8A5152E75561}" srcId="{EE76E364-6A46-492A-9FD7-63C775ADA808}" destId="{AA94B83B-559F-4349-AEEF-CFF096C1B520}" srcOrd="4" destOrd="0" parTransId="{27DA67FC-2500-4060-AEA0-EF50600B9194}" sibTransId="{402D5ED1-A66C-406E-BBBD-B0DEBAD8267E}"/>
    <dgm:cxn modelId="{F6ABAE4E-ED9A-4759-93FF-2EC52BBE0D86}" type="presOf" srcId="{97E67E5C-DF06-4EED-B1E8-66C2018EB052}" destId="{8A748C3E-CE62-4E92-A0FE-1F5548AC9D02}" srcOrd="0" destOrd="6" presId="urn:microsoft.com/office/officeart/2005/8/layout/list1"/>
    <dgm:cxn modelId="{B12B0872-1204-45B7-83BB-B23C48C9B359}" type="presOf" srcId="{FB7856FD-14F6-497F-A96F-439DE861ECA4}" destId="{8A748C3E-CE62-4E92-A0FE-1F5548AC9D02}" srcOrd="0" destOrd="0" presId="urn:microsoft.com/office/officeart/2005/8/layout/list1"/>
    <dgm:cxn modelId="{15788A52-A4F9-46EF-BCF8-196FE6E8987F}" srcId="{FB7856FD-14F6-497F-A96F-439DE861ECA4}" destId="{95A7F12D-297F-40DB-A513-3018E3940734}" srcOrd="1" destOrd="0" parTransId="{A291ECBE-22CB-47BD-8297-0F8ACE219388}" sibTransId="{1015E87D-49D3-429E-B75A-C080A41BC7E4}"/>
    <dgm:cxn modelId="{DFA92778-AFE9-4806-A009-CD416009CA1E}" type="presOf" srcId="{AA94B83B-559F-4349-AEEF-CFF096C1B520}" destId="{8A748C3E-CE62-4E92-A0FE-1F5548AC9D02}" srcOrd="0" destOrd="10" presId="urn:microsoft.com/office/officeart/2005/8/layout/list1"/>
    <dgm:cxn modelId="{F609747B-AE71-4ACA-93A0-5C6C9FA2C6E1}" srcId="{EE76E364-6A46-492A-9FD7-63C775ADA808}" destId="{FB7856FD-14F6-497F-A96F-439DE861ECA4}" srcOrd="0" destOrd="0" parTransId="{B2A71A46-24A2-44C1-B6DD-257439AFBC0A}" sibTransId="{AED585D0-E158-48D1-8037-5DB08D2C892B}"/>
    <dgm:cxn modelId="{DC91C485-9AC5-451F-9AE1-C0F476EB6206}" srcId="{05CACA1C-8514-488E-A3B1-743F4C7FDF81}" destId="{EECA5FCB-DB54-4515-8F53-72C7E30A1728}" srcOrd="2" destOrd="0" parTransId="{3863604E-7E93-40E7-9FEB-23D76DB70CEA}" sibTransId="{6D70DF1C-D6E9-49F3-AD91-4F1312852BBB}"/>
    <dgm:cxn modelId="{40580786-AF55-4E96-A0B2-CA144D440F46}" type="presOf" srcId="{F30AB126-9BA3-4F11-8686-655896DDE649}" destId="{8A748C3E-CE62-4E92-A0FE-1F5548AC9D02}" srcOrd="0" destOrd="3" presId="urn:microsoft.com/office/officeart/2005/8/layout/list1"/>
    <dgm:cxn modelId="{73CB5799-BFF2-4ACA-9FF5-F77665B40239}" type="presOf" srcId="{181CC6D5-D593-4D47-9F80-90781C2FF6CC}" destId="{8A748C3E-CE62-4E92-A0FE-1F5548AC9D02}" srcOrd="0" destOrd="11" presId="urn:microsoft.com/office/officeart/2005/8/layout/list1"/>
    <dgm:cxn modelId="{554EF59A-726A-4F0D-9907-BAD5B7C27313}" type="presOf" srcId="{F0995947-CE14-4D83-9ECC-D60425475577}" destId="{8A748C3E-CE62-4E92-A0FE-1F5548AC9D02}" srcOrd="0" destOrd="1" presId="urn:microsoft.com/office/officeart/2005/8/layout/list1"/>
    <dgm:cxn modelId="{11E2A1A2-CA31-4CCC-AA4B-3206B710C5B0}" srcId="{FB7856FD-14F6-497F-A96F-439DE861ECA4}" destId="{F0995947-CE14-4D83-9ECC-D60425475577}" srcOrd="0" destOrd="0" parTransId="{8C65760D-4140-486E-844F-5B7951439C97}" sibTransId="{CFD1E0D2-15BF-4A59-9258-6D8872AB7B21}"/>
    <dgm:cxn modelId="{B389DBBC-EB61-4280-95BA-DAF06808AFF2}" type="presOf" srcId="{25743D0A-F3FD-478C-ADAF-F4063DDF24C2}" destId="{8A748C3E-CE62-4E92-A0FE-1F5548AC9D02}" srcOrd="0" destOrd="4" presId="urn:microsoft.com/office/officeart/2005/8/layout/list1"/>
    <dgm:cxn modelId="{5E3F33DA-D8DA-4EA7-974E-13A6C697D797}" type="presOf" srcId="{05CACA1C-8514-488E-A3B1-743F4C7FDF81}" destId="{8A748C3E-CE62-4E92-A0FE-1F5548AC9D02}" srcOrd="0" destOrd="5" presId="urn:microsoft.com/office/officeart/2005/8/layout/list1"/>
    <dgm:cxn modelId="{3BE418DC-9559-48F1-89D3-8C554287795E}" type="presOf" srcId="{EECA5FCB-DB54-4515-8F53-72C7E30A1728}" destId="{8A748C3E-CE62-4E92-A0FE-1F5548AC9D02}" srcOrd="0" destOrd="8" presId="urn:microsoft.com/office/officeart/2005/8/layout/list1"/>
    <dgm:cxn modelId="{4F0F1ADC-2EBE-4F4E-9221-A824D310F99C}" srcId="{EE76E364-6A46-492A-9FD7-63C775ADA808}" destId="{2572F097-FD6E-47CC-9952-EA72E1E6B7D7}" srcOrd="3" destOrd="0" parTransId="{7DA250F3-C26E-4E58-B34D-ADD098D8D577}" sibTransId="{212C8506-FAEB-40DF-9803-B85BCA38A8D9}"/>
    <dgm:cxn modelId="{A20DD3DC-110A-4A8F-8550-889E2113B2AC}" srcId="{EE76E364-6A46-492A-9FD7-63C775ADA808}" destId="{25743D0A-F3FD-478C-ADAF-F4063DDF24C2}" srcOrd="1" destOrd="0" parTransId="{4123C60A-D82C-4380-B3B1-33A0F29EA7A7}" sibTransId="{17355BA7-A0F2-44B5-9276-A325F0DCEC04}"/>
    <dgm:cxn modelId="{8ADAB9E6-BB3B-4581-9B45-07948A4AEA67}" srcId="{228ADC0D-83DA-40CE-9EF2-B2A23B2BA12F}" destId="{EE76E364-6A46-492A-9FD7-63C775ADA808}" srcOrd="0" destOrd="0" parTransId="{522B9AE2-1358-4DCB-B21B-51AD7A4CC3B6}" sibTransId="{119AEC78-9891-4081-85AD-AAE5114E48ED}"/>
    <dgm:cxn modelId="{D3892CEB-2C5F-46A2-AC04-F0E9E24A1F9F}" type="presOf" srcId="{D41AA80C-B95D-4DC9-931E-F132560E39DA}" destId="{8A748C3E-CE62-4E92-A0FE-1F5548AC9D02}" srcOrd="0" destOrd="7" presId="urn:microsoft.com/office/officeart/2005/8/layout/list1"/>
    <dgm:cxn modelId="{118FFBEE-DC84-405B-B8B6-3A0BC78AB23E}" srcId="{05CACA1C-8514-488E-A3B1-743F4C7FDF81}" destId="{D41AA80C-B95D-4DC9-931E-F132560E39DA}" srcOrd="1" destOrd="0" parTransId="{054C04AB-BA6F-4CE9-8B1C-715FCBE24884}" sibTransId="{E65B586C-5326-4D79-B708-94053D65E77F}"/>
    <dgm:cxn modelId="{4B79D5FE-F61D-4650-BB16-77E601A19864}" type="presOf" srcId="{EE76E364-6A46-492A-9FD7-63C775ADA808}" destId="{0E75AC4A-956D-493C-A82B-572CF3B1603B}" srcOrd="0" destOrd="0" presId="urn:microsoft.com/office/officeart/2005/8/layout/list1"/>
    <dgm:cxn modelId="{1A262072-D28F-47B2-A661-C34FBC9A094B}" type="presParOf" srcId="{529C8736-509C-426A-B1AF-D9FE39FB5B28}" destId="{8BC7EA25-256B-410A-8E19-CC15A19D412A}" srcOrd="0" destOrd="0" presId="urn:microsoft.com/office/officeart/2005/8/layout/list1"/>
    <dgm:cxn modelId="{ADDA99B3-1265-40BD-B302-00808ABB6642}" type="presParOf" srcId="{8BC7EA25-256B-410A-8E19-CC15A19D412A}" destId="{0E75AC4A-956D-493C-A82B-572CF3B1603B}" srcOrd="0" destOrd="0" presId="urn:microsoft.com/office/officeart/2005/8/layout/list1"/>
    <dgm:cxn modelId="{4A7DDAB3-38B7-4C49-A86C-BC1906AEEF91}" type="presParOf" srcId="{8BC7EA25-256B-410A-8E19-CC15A19D412A}" destId="{EF67F11A-FCD0-4E59-A23F-17BCC3FB1182}" srcOrd="1" destOrd="0" presId="urn:microsoft.com/office/officeart/2005/8/layout/list1"/>
    <dgm:cxn modelId="{4034D3F4-1B4D-467F-8B90-5A4C317687B6}" type="presParOf" srcId="{529C8736-509C-426A-B1AF-D9FE39FB5B28}" destId="{E84E3A97-5D14-4C15-B06F-E00215B154CE}" srcOrd="1" destOrd="0" presId="urn:microsoft.com/office/officeart/2005/8/layout/list1"/>
    <dgm:cxn modelId="{5859D9A7-07B1-4553-A9ED-45423658AD28}" type="presParOf" srcId="{529C8736-509C-426A-B1AF-D9FE39FB5B28}" destId="{8A748C3E-CE62-4E92-A0FE-1F5548AC9D02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8ADC0D-83DA-40CE-9EF2-B2A23B2BA12F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E76E364-6A46-492A-9FD7-63C775ADA808}">
      <dgm:prSet/>
      <dgm:spPr/>
      <dgm:t>
        <a:bodyPr/>
        <a:lstStyle/>
        <a:p>
          <a:r>
            <a:rPr lang="it-IT" b="1" dirty="0"/>
            <a:t>Database - </a:t>
          </a:r>
          <a:r>
            <a:rPr lang="it-IT" b="1" dirty="0" err="1"/>
            <a:t>PostgreSQL</a:t>
          </a:r>
          <a:endParaRPr lang="en-US" dirty="0"/>
        </a:p>
      </dgm:t>
    </dgm:pt>
    <dgm:pt modelId="{522B9AE2-1358-4DCB-B21B-51AD7A4CC3B6}" type="parTrans" cxnId="{8ADAB9E6-BB3B-4581-9B45-07948A4AEA67}">
      <dgm:prSet/>
      <dgm:spPr/>
      <dgm:t>
        <a:bodyPr/>
        <a:lstStyle/>
        <a:p>
          <a:endParaRPr lang="en-US"/>
        </a:p>
      </dgm:t>
    </dgm:pt>
    <dgm:pt modelId="{119AEC78-9891-4081-85AD-AAE5114E48ED}" type="sibTrans" cxnId="{8ADAB9E6-BB3B-4581-9B45-07948A4AEA67}">
      <dgm:prSet/>
      <dgm:spPr/>
      <dgm:t>
        <a:bodyPr/>
        <a:lstStyle/>
        <a:p>
          <a:endParaRPr lang="en-US"/>
        </a:p>
      </dgm:t>
    </dgm:pt>
    <dgm:pt modelId="{FB7856FD-14F6-497F-A96F-439DE861ECA4}">
      <dgm:prSet/>
      <dgm:spPr>
        <a:solidFill>
          <a:srgbClr val="FFFAEF">
            <a:alpha val="90000"/>
          </a:srgbClr>
        </a:solidFill>
      </dgm:spPr>
      <dgm:t>
        <a:bodyPr/>
        <a:lstStyle/>
        <a:p>
          <a:r>
            <a:rPr lang="it-IT" b="1" dirty="0"/>
            <a:t>Struttura dati relazionale</a:t>
          </a:r>
          <a:endParaRPr lang="en-US" dirty="0"/>
        </a:p>
      </dgm:t>
    </dgm:pt>
    <dgm:pt modelId="{B2A71A46-24A2-44C1-B6DD-257439AFBC0A}" type="parTrans" cxnId="{F609747B-AE71-4ACA-93A0-5C6C9FA2C6E1}">
      <dgm:prSet/>
      <dgm:spPr/>
      <dgm:t>
        <a:bodyPr/>
        <a:lstStyle/>
        <a:p>
          <a:endParaRPr lang="en-US"/>
        </a:p>
      </dgm:t>
    </dgm:pt>
    <dgm:pt modelId="{AED585D0-E158-48D1-8037-5DB08D2C892B}" type="sibTrans" cxnId="{F609747B-AE71-4ACA-93A0-5C6C9FA2C6E1}">
      <dgm:prSet/>
      <dgm:spPr/>
      <dgm:t>
        <a:bodyPr/>
        <a:lstStyle/>
        <a:p>
          <a:endParaRPr lang="en-US"/>
        </a:p>
      </dgm:t>
    </dgm:pt>
    <dgm:pt modelId="{52FB12EC-3A86-437D-8162-C9740689D435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/>
            <a:t>Company: aziende che utilizzano la piattaforma</a:t>
          </a:r>
        </a:p>
      </dgm:t>
    </dgm:pt>
    <dgm:pt modelId="{71559100-3D32-4A98-B55D-425BAB0E8645}" type="parTrans" cxnId="{92D0BEFC-E69B-41C3-BB41-D65E08A15A26}">
      <dgm:prSet/>
      <dgm:spPr/>
      <dgm:t>
        <a:bodyPr/>
        <a:lstStyle/>
        <a:p>
          <a:endParaRPr lang="it-IT"/>
        </a:p>
      </dgm:t>
    </dgm:pt>
    <dgm:pt modelId="{A73FFB8C-3675-451A-980A-D2CD36689E30}" type="sibTrans" cxnId="{92D0BEFC-E69B-41C3-BB41-D65E08A15A26}">
      <dgm:prSet/>
      <dgm:spPr/>
      <dgm:t>
        <a:bodyPr/>
        <a:lstStyle/>
        <a:p>
          <a:endParaRPr lang="it-IT"/>
        </a:p>
      </dgm:t>
    </dgm:pt>
    <dgm:pt modelId="{408BA750-0FA9-43D6-9570-FC03D29B357C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/>
            <a:t>Conversation + Message: storico conversazioni AI con contesto</a:t>
          </a:r>
        </a:p>
      </dgm:t>
    </dgm:pt>
    <dgm:pt modelId="{F268AC99-4CE0-47BA-9E2A-585B5B0674FA}" type="parTrans" cxnId="{1DD30A87-2D39-4C6A-B397-FBDBFECE6FE7}">
      <dgm:prSet/>
      <dgm:spPr/>
      <dgm:t>
        <a:bodyPr/>
        <a:lstStyle/>
        <a:p>
          <a:endParaRPr lang="it-IT"/>
        </a:p>
      </dgm:t>
    </dgm:pt>
    <dgm:pt modelId="{9A3E9596-29FE-48AA-810B-729B79CA1295}" type="sibTrans" cxnId="{1DD30A87-2D39-4C6A-B397-FBDBFECE6FE7}">
      <dgm:prSet/>
      <dgm:spPr/>
      <dgm:t>
        <a:bodyPr/>
        <a:lstStyle/>
        <a:p>
          <a:endParaRPr lang="it-IT"/>
        </a:p>
      </dgm:t>
    </dgm:pt>
    <dgm:pt modelId="{5FDB182A-1DEE-44D7-BFED-BBF945EE62CB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/>
            <a:t>Tone: toni comunicativi personalizzati per azienda</a:t>
          </a:r>
        </a:p>
      </dgm:t>
    </dgm:pt>
    <dgm:pt modelId="{153A0FBC-C140-4356-8583-2D0BF651200B}" type="parTrans" cxnId="{6BF2D5D0-E18E-4BCB-B6D0-F34ACE3C880C}">
      <dgm:prSet/>
      <dgm:spPr/>
      <dgm:t>
        <a:bodyPr/>
        <a:lstStyle/>
        <a:p>
          <a:endParaRPr lang="it-IT"/>
        </a:p>
      </dgm:t>
    </dgm:pt>
    <dgm:pt modelId="{BBA2B99B-BDFA-4A8E-8555-F07CD7C8A06B}" type="sibTrans" cxnId="{6BF2D5D0-E18E-4BCB-B6D0-F34ACE3C880C}">
      <dgm:prSet/>
      <dgm:spPr/>
      <dgm:t>
        <a:bodyPr/>
        <a:lstStyle/>
        <a:p>
          <a:endParaRPr lang="it-IT"/>
        </a:p>
      </dgm:t>
    </dgm:pt>
    <dgm:pt modelId="{2002B1BF-C305-46F1-9A72-54F7C946E189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 dirty="0" err="1"/>
            <a:t>Document</a:t>
          </a:r>
          <a:r>
            <a:rPr lang="it-IT" dirty="0"/>
            <a:t>: metadati documenti con status (</a:t>
          </a:r>
          <a:r>
            <a:rPr lang="it-IT" dirty="0" err="1"/>
            <a:t>pending</a:t>
          </a:r>
          <a:r>
            <a:rPr lang="it-IT" dirty="0"/>
            <a:t>/processing/</a:t>
          </a:r>
          <a:r>
            <a:rPr lang="it-IT" dirty="0" err="1"/>
            <a:t>completed</a:t>
          </a:r>
          <a:r>
            <a:rPr lang="it-IT" dirty="0"/>
            <a:t>)</a:t>
          </a:r>
        </a:p>
      </dgm:t>
    </dgm:pt>
    <dgm:pt modelId="{A07200E9-F459-4499-9625-95D6F1E16479}" type="parTrans" cxnId="{24BAC226-2B67-4D2C-AF64-512D2E4C11FC}">
      <dgm:prSet/>
      <dgm:spPr/>
      <dgm:t>
        <a:bodyPr/>
        <a:lstStyle/>
        <a:p>
          <a:endParaRPr lang="it-IT"/>
        </a:p>
      </dgm:t>
    </dgm:pt>
    <dgm:pt modelId="{2264891B-C779-4212-854F-6CF8129FC93B}" type="sibTrans" cxnId="{24BAC226-2B67-4D2C-AF64-512D2E4C11FC}">
      <dgm:prSet/>
      <dgm:spPr/>
      <dgm:t>
        <a:bodyPr/>
        <a:lstStyle/>
        <a:p>
          <a:endParaRPr lang="it-IT"/>
        </a:p>
      </dgm:t>
    </dgm:pt>
    <dgm:pt modelId="{75760154-6F25-4950-89B9-9CF9FC7549C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b="1" dirty="0"/>
            <a:t>Active Record ORM</a:t>
          </a:r>
        </a:p>
      </dgm:t>
    </dgm:pt>
    <dgm:pt modelId="{7ABD45F0-A301-491F-BECA-4B86819DD71B}" type="parTrans" cxnId="{7F177BF6-277F-4E29-8254-C721FD18EC32}">
      <dgm:prSet/>
      <dgm:spPr/>
      <dgm:t>
        <a:bodyPr/>
        <a:lstStyle/>
        <a:p>
          <a:endParaRPr lang="it-IT"/>
        </a:p>
      </dgm:t>
    </dgm:pt>
    <dgm:pt modelId="{FFEDCB0D-CF46-46A4-A1C5-D3F854D9C041}" type="sibTrans" cxnId="{7F177BF6-277F-4E29-8254-C721FD18EC32}">
      <dgm:prSet/>
      <dgm:spPr/>
      <dgm:t>
        <a:bodyPr/>
        <a:lstStyle/>
        <a:p>
          <a:endParaRPr lang="it-IT"/>
        </a:p>
      </dgm:t>
    </dgm:pt>
    <dgm:pt modelId="{5045A031-9788-493D-B27E-67F1986B68B7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en-US"/>
            <a:t>Relazioni: Company has_many Documents, Conversations, Tones</a:t>
          </a:r>
          <a:endParaRPr lang="it-IT"/>
        </a:p>
      </dgm:t>
    </dgm:pt>
    <dgm:pt modelId="{532C06C4-FE9B-4EAC-B031-20C229257888}" type="parTrans" cxnId="{1FB8C610-6432-4AF1-8C99-B5A34E7E6A85}">
      <dgm:prSet/>
      <dgm:spPr/>
      <dgm:t>
        <a:bodyPr/>
        <a:lstStyle/>
        <a:p>
          <a:endParaRPr lang="it-IT"/>
        </a:p>
      </dgm:t>
    </dgm:pt>
    <dgm:pt modelId="{F6E2A9B9-B621-4170-AC4B-AB4079A318BF}" type="sibTrans" cxnId="{1FB8C610-6432-4AF1-8C99-B5A34E7E6A85}">
      <dgm:prSet/>
      <dgm:spPr/>
      <dgm:t>
        <a:bodyPr/>
        <a:lstStyle/>
        <a:p>
          <a:endParaRPr lang="it-IT"/>
        </a:p>
      </dgm:t>
    </dgm:pt>
    <dgm:pt modelId="{5C5C5E19-B2D2-468A-A936-7BF37E9F8C73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en-US"/>
            <a:t>Validazioni, enum per status, callbacks lifecycle</a:t>
          </a:r>
          <a:endParaRPr lang="it-IT"/>
        </a:p>
      </dgm:t>
    </dgm:pt>
    <dgm:pt modelId="{0B004B41-3091-4786-9AE7-32ACED007C14}" type="parTrans" cxnId="{EB7EBDDE-F976-4F14-9E0A-3B6356EDFD93}">
      <dgm:prSet/>
      <dgm:spPr/>
      <dgm:t>
        <a:bodyPr/>
        <a:lstStyle/>
        <a:p>
          <a:endParaRPr lang="it-IT"/>
        </a:p>
      </dgm:t>
    </dgm:pt>
    <dgm:pt modelId="{8CC2B502-BCB2-4D1C-AD2F-EFB1F4362593}" type="sibTrans" cxnId="{EB7EBDDE-F976-4F14-9E0A-3B6356EDFD93}">
      <dgm:prSet/>
      <dgm:spPr/>
      <dgm:t>
        <a:bodyPr/>
        <a:lstStyle/>
        <a:p>
          <a:endParaRPr lang="it-IT"/>
        </a:p>
      </dgm:t>
    </dgm:pt>
    <dgm:pt modelId="{DBCB3B09-439F-4866-90C4-B949EECCBE4E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 dirty="0"/>
            <a:t>JSON </a:t>
          </a:r>
          <a:r>
            <a:rPr lang="it-IT" dirty="0" err="1"/>
            <a:t>column</a:t>
          </a:r>
          <a:r>
            <a:rPr lang="it-IT" dirty="0"/>
            <a:t> (</a:t>
          </a:r>
          <a:r>
            <a:rPr lang="it-IT" dirty="0" err="1"/>
            <a:t>ai_data</a:t>
          </a:r>
          <a:r>
            <a:rPr lang="it-IT" dirty="0"/>
            <a:t>) per salvare dati estratti da </a:t>
          </a:r>
          <a:r>
            <a:rPr lang="it-IT" dirty="0" err="1"/>
            <a:t>Bedrock</a:t>
          </a:r>
          <a:endParaRPr lang="it-IT" dirty="0"/>
        </a:p>
      </dgm:t>
    </dgm:pt>
    <dgm:pt modelId="{80A1B53E-2029-490F-B4C5-72C474F8A936}" type="parTrans" cxnId="{DAEA42DE-A81C-41B3-B45C-E0F7E86C2608}">
      <dgm:prSet/>
      <dgm:spPr/>
      <dgm:t>
        <a:bodyPr/>
        <a:lstStyle/>
        <a:p>
          <a:endParaRPr lang="it-IT"/>
        </a:p>
      </dgm:t>
    </dgm:pt>
    <dgm:pt modelId="{F8014117-ADF5-4381-A03D-00DBD689B22A}" type="sibTrans" cxnId="{DAEA42DE-A81C-41B3-B45C-E0F7E86C2608}">
      <dgm:prSet/>
      <dgm:spPr/>
      <dgm:t>
        <a:bodyPr/>
        <a:lstStyle/>
        <a:p>
          <a:endParaRPr lang="it-IT"/>
        </a:p>
      </dgm:t>
    </dgm:pt>
    <dgm:pt modelId="{F8EFD2C1-0F92-46D0-B280-438E38B47423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it-IT" dirty="0"/>
        </a:p>
      </dgm:t>
    </dgm:pt>
    <dgm:pt modelId="{FDB31F6A-AD14-4850-BBFD-61B0AB66B8D0}" type="parTrans" cxnId="{9E962512-2E4C-4C3D-BC6E-D709F63F11D8}">
      <dgm:prSet/>
      <dgm:spPr/>
      <dgm:t>
        <a:bodyPr/>
        <a:lstStyle/>
        <a:p>
          <a:endParaRPr lang="it-IT"/>
        </a:p>
      </dgm:t>
    </dgm:pt>
    <dgm:pt modelId="{828438A2-5FC5-45E6-8C87-93FAB1B87F42}" type="sibTrans" cxnId="{9E962512-2E4C-4C3D-BC6E-D709F63F11D8}">
      <dgm:prSet/>
      <dgm:spPr/>
      <dgm:t>
        <a:bodyPr/>
        <a:lstStyle/>
        <a:p>
          <a:endParaRPr lang="it-IT"/>
        </a:p>
      </dgm:t>
    </dgm:pt>
    <dgm:pt modelId="{529C8736-509C-426A-B1AF-D9FE39FB5B28}" type="pres">
      <dgm:prSet presAssocID="{228ADC0D-83DA-40CE-9EF2-B2A23B2BA12F}" presName="linear" presStyleCnt="0">
        <dgm:presLayoutVars>
          <dgm:dir/>
          <dgm:animLvl val="lvl"/>
          <dgm:resizeHandles val="exact"/>
        </dgm:presLayoutVars>
      </dgm:prSet>
      <dgm:spPr/>
    </dgm:pt>
    <dgm:pt modelId="{8BC7EA25-256B-410A-8E19-CC15A19D412A}" type="pres">
      <dgm:prSet presAssocID="{EE76E364-6A46-492A-9FD7-63C775ADA808}" presName="parentLin" presStyleCnt="0"/>
      <dgm:spPr/>
    </dgm:pt>
    <dgm:pt modelId="{0E75AC4A-956D-493C-A82B-572CF3B1603B}" type="pres">
      <dgm:prSet presAssocID="{EE76E364-6A46-492A-9FD7-63C775ADA808}" presName="parentLeftMargin" presStyleLbl="node1" presStyleIdx="0" presStyleCnt="1"/>
      <dgm:spPr/>
    </dgm:pt>
    <dgm:pt modelId="{EF67F11A-FCD0-4E59-A23F-17BCC3FB1182}" type="pres">
      <dgm:prSet presAssocID="{EE76E364-6A46-492A-9FD7-63C775ADA80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84E3A97-5D14-4C15-B06F-E00215B154CE}" type="pres">
      <dgm:prSet presAssocID="{EE76E364-6A46-492A-9FD7-63C775ADA808}" presName="negativeSpace" presStyleCnt="0"/>
      <dgm:spPr/>
    </dgm:pt>
    <dgm:pt modelId="{8A748C3E-CE62-4E92-A0FE-1F5548AC9D02}" type="pres">
      <dgm:prSet presAssocID="{EE76E364-6A46-492A-9FD7-63C775ADA808}" presName="childText" presStyleLbl="conFgAcc1" presStyleIdx="0" presStyleCnt="1" custLinFactNeighborX="-424">
        <dgm:presLayoutVars>
          <dgm:bulletEnabled val="1"/>
        </dgm:presLayoutVars>
      </dgm:prSet>
      <dgm:spPr/>
    </dgm:pt>
  </dgm:ptLst>
  <dgm:cxnLst>
    <dgm:cxn modelId="{1FB8C610-6432-4AF1-8C99-B5A34E7E6A85}" srcId="{75760154-6F25-4950-89B9-9CF9FC7549C3}" destId="{5045A031-9788-493D-B27E-67F1986B68B7}" srcOrd="0" destOrd="0" parTransId="{532C06C4-FE9B-4EAC-B031-20C229257888}" sibTransId="{F6E2A9B9-B621-4170-AC4B-AB4079A318BF}"/>
    <dgm:cxn modelId="{CFEBE311-F2F4-48AE-8755-C2D0422F7F96}" type="presOf" srcId="{52FB12EC-3A86-437D-8162-C9740689D435}" destId="{8A748C3E-CE62-4E92-A0FE-1F5548AC9D02}" srcOrd="0" destOrd="1" presId="urn:microsoft.com/office/officeart/2005/8/layout/list1"/>
    <dgm:cxn modelId="{9E962512-2E4C-4C3D-BC6E-D709F63F11D8}" srcId="{EE76E364-6A46-492A-9FD7-63C775ADA808}" destId="{F8EFD2C1-0F92-46D0-B280-438E38B47423}" srcOrd="1" destOrd="0" parTransId="{FDB31F6A-AD14-4850-BBFD-61B0AB66B8D0}" sibTransId="{828438A2-5FC5-45E6-8C87-93FAB1B87F42}"/>
    <dgm:cxn modelId="{24BAC226-2B67-4D2C-AF64-512D2E4C11FC}" srcId="{FB7856FD-14F6-497F-A96F-439DE861ECA4}" destId="{2002B1BF-C305-46F1-9A72-54F7C946E189}" srcOrd="3" destOrd="0" parTransId="{A07200E9-F459-4499-9625-95D6F1E16479}" sibTransId="{2264891B-C779-4212-854F-6CF8129FC93B}"/>
    <dgm:cxn modelId="{DBE0AE33-2290-4E80-9BC8-8A42CD542C2A}" type="presOf" srcId="{408BA750-0FA9-43D6-9570-FC03D29B357C}" destId="{8A748C3E-CE62-4E92-A0FE-1F5548AC9D02}" srcOrd="0" destOrd="2" presId="urn:microsoft.com/office/officeart/2005/8/layout/list1"/>
    <dgm:cxn modelId="{0C848A3D-3553-4924-8D80-54F69669587F}" type="presOf" srcId="{228ADC0D-83DA-40CE-9EF2-B2A23B2BA12F}" destId="{529C8736-509C-426A-B1AF-D9FE39FB5B28}" srcOrd="0" destOrd="0" presId="urn:microsoft.com/office/officeart/2005/8/layout/list1"/>
    <dgm:cxn modelId="{8A89695B-86B2-4592-B9C9-6143CA1338E3}" type="presOf" srcId="{5FDB182A-1DEE-44D7-BFED-BBF945EE62CB}" destId="{8A748C3E-CE62-4E92-A0FE-1F5548AC9D02}" srcOrd="0" destOrd="3" presId="urn:microsoft.com/office/officeart/2005/8/layout/list1"/>
    <dgm:cxn modelId="{EEDAF446-C98D-48BA-A5AC-0923FEB5A3F9}" type="presOf" srcId="{5045A031-9788-493D-B27E-67F1986B68B7}" destId="{8A748C3E-CE62-4E92-A0FE-1F5548AC9D02}" srcOrd="0" destOrd="7" presId="urn:microsoft.com/office/officeart/2005/8/layout/list1"/>
    <dgm:cxn modelId="{0BC9C054-3597-4B1B-BFC2-AB844C29AAC9}" type="presOf" srcId="{F8EFD2C1-0F92-46D0-B280-438E38B47423}" destId="{8A748C3E-CE62-4E92-A0FE-1F5548AC9D02}" srcOrd="0" destOrd="5" presId="urn:microsoft.com/office/officeart/2005/8/layout/list1"/>
    <dgm:cxn modelId="{F609747B-AE71-4ACA-93A0-5C6C9FA2C6E1}" srcId="{EE76E364-6A46-492A-9FD7-63C775ADA808}" destId="{FB7856FD-14F6-497F-A96F-439DE861ECA4}" srcOrd="0" destOrd="0" parTransId="{B2A71A46-24A2-44C1-B6DD-257439AFBC0A}" sibTransId="{AED585D0-E158-48D1-8037-5DB08D2C892B}"/>
    <dgm:cxn modelId="{1DD30A87-2D39-4C6A-B397-FBDBFECE6FE7}" srcId="{FB7856FD-14F6-497F-A96F-439DE861ECA4}" destId="{408BA750-0FA9-43D6-9570-FC03D29B357C}" srcOrd="1" destOrd="0" parTransId="{F268AC99-4CE0-47BA-9E2A-585B5B0674FA}" sibTransId="{9A3E9596-29FE-48AA-810B-729B79CA1295}"/>
    <dgm:cxn modelId="{1F326F96-74B2-4E35-AD0B-367E588DABA4}" type="presOf" srcId="{5C5C5E19-B2D2-468A-A936-7BF37E9F8C73}" destId="{8A748C3E-CE62-4E92-A0FE-1F5548AC9D02}" srcOrd="0" destOrd="8" presId="urn:microsoft.com/office/officeart/2005/8/layout/list1"/>
    <dgm:cxn modelId="{57E6E7A2-8B84-40E9-A2BC-9F929492C7AC}" type="presOf" srcId="{75760154-6F25-4950-89B9-9CF9FC7549C3}" destId="{8A748C3E-CE62-4E92-A0FE-1F5548AC9D02}" srcOrd="0" destOrd="6" presId="urn:microsoft.com/office/officeart/2005/8/layout/list1"/>
    <dgm:cxn modelId="{E47CEAC2-60B6-4369-8E67-C27CD02C2B87}" type="presOf" srcId="{2002B1BF-C305-46F1-9A72-54F7C946E189}" destId="{8A748C3E-CE62-4E92-A0FE-1F5548AC9D02}" srcOrd="0" destOrd="4" presId="urn:microsoft.com/office/officeart/2005/8/layout/list1"/>
    <dgm:cxn modelId="{6BF2D5D0-E18E-4BCB-B6D0-F34ACE3C880C}" srcId="{FB7856FD-14F6-497F-A96F-439DE861ECA4}" destId="{5FDB182A-1DEE-44D7-BFED-BBF945EE62CB}" srcOrd="2" destOrd="0" parTransId="{153A0FBC-C140-4356-8583-2D0BF651200B}" sibTransId="{BBA2B99B-BDFA-4A8E-8555-F07CD7C8A06B}"/>
    <dgm:cxn modelId="{DAEA42DE-A81C-41B3-B45C-E0F7E86C2608}" srcId="{75760154-6F25-4950-89B9-9CF9FC7549C3}" destId="{DBCB3B09-439F-4866-90C4-B949EECCBE4E}" srcOrd="2" destOrd="0" parTransId="{80A1B53E-2029-490F-B4C5-72C474F8A936}" sibTransId="{F8014117-ADF5-4381-A03D-00DBD689B22A}"/>
    <dgm:cxn modelId="{EB7EBDDE-F976-4F14-9E0A-3B6356EDFD93}" srcId="{75760154-6F25-4950-89B9-9CF9FC7549C3}" destId="{5C5C5E19-B2D2-468A-A936-7BF37E9F8C73}" srcOrd="1" destOrd="0" parTransId="{0B004B41-3091-4786-9AE7-32ACED007C14}" sibTransId="{8CC2B502-BCB2-4D1C-AD2F-EFB1F4362593}"/>
    <dgm:cxn modelId="{8ADAB9E6-BB3B-4581-9B45-07948A4AEA67}" srcId="{228ADC0D-83DA-40CE-9EF2-B2A23B2BA12F}" destId="{EE76E364-6A46-492A-9FD7-63C775ADA808}" srcOrd="0" destOrd="0" parTransId="{522B9AE2-1358-4DCB-B21B-51AD7A4CC3B6}" sibTransId="{119AEC78-9891-4081-85AD-AAE5114E48ED}"/>
    <dgm:cxn modelId="{5F8F92EB-50B5-44AD-B1FF-47D707FDF7B2}" type="presOf" srcId="{FB7856FD-14F6-497F-A96F-439DE861ECA4}" destId="{8A748C3E-CE62-4E92-A0FE-1F5548AC9D02}" srcOrd="0" destOrd="0" presId="urn:microsoft.com/office/officeart/2005/8/layout/list1"/>
    <dgm:cxn modelId="{904D3CEE-C5A1-4473-8793-0292B67E613D}" type="presOf" srcId="{DBCB3B09-439F-4866-90C4-B949EECCBE4E}" destId="{8A748C3E-CE62-4E92-A0FE-1F5548AC9D02}" srcOrd="0" destOrd="9" presId="urn:microsoft.com/office/officeart/2005/8/layout/list1"/>
    <dgm:cxn modelId="{7F177BF6-277F-4E29-8254-C721FD18EC32}" srcId="{EE76E364-6A46-492A-9FD7-63C775ADA808}" destId="{75760154-6F25-4950-89B9-9CF9FC7549C3}" srcOrd="2" destOrd="0" parTransId="{7ABD45F0-A301-491F-BECA-4B86819DD71B}" sibTransId="{FFEDCB0D-CF46-46A4-A1C5-D3F854D9C041}"/>
    <dgm:cxn modelId="{6C348AF7-C2E8-4FA3-9C14-67012269D77B}" type="presOf" srcId="{EE76E364-6A46-492A-9FD7-63C775ADA808}" destId="{EF67F11A-FCD0-4E59-A23F-17BCC3FB1182}" srcOrd="1" destOrd="0" presId="urn:microsoft.com/office/officeart/2005/8/layout/list1"/>
    <dgm:cxn modelId="{788CE9F8-7388-45A5-8222-B04CD3855CFC}" type="presOf" srcId="{EE76E364-6A46-492A-9FD7-63C775ADA808}" destId="{0E75AC4A-956D-493C-A82B-572CF3B1603B}" srcOrd="0" destOrd="0" presId="urn:microsoft.com/office/officeart/2005/8/layout/list1"/>
    <dgm:cxn modelId="{92D0BEFC-E69B-41C3-BB41-D65E08A15A26}" srcId="{FB7856FD-14F6-497F-A96F-439DE861ECA4}" destId="{52FB12EC-3A86-437D-8162-C9740689D435}" srcOrd="0" destOrd="0" parTransId="{71559100-3D32-4A98-B55D-425BAB0E8645}" sibTransId="{A73FFB8C-3675-451A-980A-D2CD36689E30}"/>
    <dgm:cxn modelId="{CB6F8F2B-A478-4BA2-A44A-534C24A7F190}" type="presParOf" srcId="{529C8736-509C-426A-B1AF-D9FE39FB5B28}" destId="{8BC7EA25-256B-410A-8E19-CC15A19D412A}" srcOrd="0" destOrd="0" presId="urn:microsoft.com/office/officeart/2005/8/layout/list1"/>
    <dgm:cxn modelId="{BE58CEBB-4F1B-4A04-94DE-6B7B71E004F0}" type="presParOf" srcId="{8BC7EA25-256B-410A-8E19-CC15A19D412A}" destId="{0E75AC4A-956D-493C-A82B-572CF3B1603B}" srcOrd="0" destOrd="0" presId="urn:microsoft.com/office/officeart/2005/8/layout/list1"/>
    <dgm:cxn modelId="{BB2B70D8-6937-462B-BC87-D942C36A8F52}" type="presParOf" srcId="{8BC7EA25-256B-410A-8E19-CC15A19D412A}" destId="{EF67F11A-FCD0-4E59-A23F-17BCC3FB1182}" srcOrd="1" destOrd="0" presId="urn:microsoft.com/office/officeart/2005/8/layout/list1"/>
    <dgm:cxn modelId="{0276A569-F1D8-4B2A-9825-33EB0A54231B}" type="presParOf" srcId="{529C8736-509C-426A-B1AF-D9FE39FB5B28}" destId="{E84E3A97-5D14-4C15-B06F-E00215B154CE}" srcOrd="1" destOrd="0" presId="urn:microsoft.com/office/officeart/2005/8/layout/list1"/>
    <dgm:cxn modelId="{3027F928-B6B9-4AAC-9558-9471D0B98958}" type="presParOf" srcId="{529C8736-509C-426A-B1AF-D9FE39FB5B28}" destId="{8A748C3E-CE62-4E92-A0FE-1F5548AC9D02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28ADC0D-83DA-40CE-9EF2-B2A23B2BA12F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E76E364-6A46-492A-9FD7-63C775ADA808}">
      <dgm:prSet/>
      <dgm:spPr/>
      <dgm:t>
        <a:bodyPr/>
        <a:lstStyle/>
        <a:p>
          <a:r>
            <a:rPr lang="it-IT" b="1" dirty="0"/>
            <a:t>Architettura del Sistema</a:t>
          </a:r>
          <a:endParaRPr lang="en-US" dirty="0"/>
        </a:p>
      </dgm:t>
    </dgm:pt>
    <dgm:pt modelId="{522B9AE2-1358-4DCB-B21B-51AD7A4CC3B6}" type="parTrans" cxnId="{8ADAB9E6-BB3B-4581-9B45-07948A4AEA67}">
      <dgm:prSet/>
      <dgm:spPr/>
      <dgm:t>
        <a:bodyPr/>
        <a:lstStyle/>
        <a:p>
          <a:endParaRPr lang="en-US"/>
        </a:p>
      </dgm:t>
    </dgm:pt>
    <dgm:pt modelId="{119AEC78-9891-4081-85AD-AAE5114E48ED}" type="sibTrans" cxnId="{8ADAB9E6-BB3B-4581-9B45-07948A4AEA67}">
      <dgm:prSet/>
      <dgm:spPr/>
      <dgm:t>
        <a:bodyPr/>
        <a:lstStyle/>
        <a:p>
          <a:endParaRPr lang="en-US"/>
        </a:p>
      </dgm:t>
    </dgm:pt>
    <dgm:pt modelId="{FB7856FD-14F6-497F-A96F-439DE861ECA4}">
      <dgm:prSet/>
      <dgm:spPr>
        <a:solidFill>
          <a:srgbClr val="FFFAEF">
            <a:alpha val="90000"/>
          </a:srgbClr>
        </a:solidFill>
      </dgm:spPr>
      <dgm:t>
        <a:bodyPr/>
        <a:lstStyle/>
        <a:p>
          <a:pPr>
            <a:buNone/>
          </a:pPr>
          <a:r>
            <a:rPr lang="it-IT" dirty="0">
              <a:solidFill>
                <a:srgbClr val="FF0000"/>
              </a:solidFill>
            </a:rPr>
            <a:t>FLUSSO DATI COMPLETO:</a:t>
          </a:r>
          <a:endParaRPr lang="en-US" dirty="0">
            <a:solidFill>
              <a:srgbClr val="FF0000"/>
            </a:solidFill>
          </a:endParaRPr>
        </a:p>
      </dgm:t>
    </dgm:pt>
    <dgm:pt modelId="{B2A71A46-24A2-44C1-B6DD-257439AFBC0A}" type="parTrans" cxnId="{F609747B-AE71-4ACA-93A0-5C6C9FA2C6E1}">
      <dgm:prSet/>
      <dgm:spPr/>
      <dgm:t>
        <a:bodyPr/>
        <a:lstStyle/>
        <a:p>
          <a:endParaRPr lang="en-US"/>
        </a:p>
      </dgm:t>
    </dgm:pt>
    <dgm:pt modelId="{AED585D0-E158-48D1-8037-5DB08D2C892B}" type="sibTrans" cxnId="{F609747B-AE71-4ACA-93A0-5C6C9FA2C6E1}">
      <dgm:prSet/>
      <dgm:spPr/>
      <dgm:t>
        <a:bodyPr/>
        <a:lstStyle/>
        <a:p>
          <a:endParaRPr lang="en-US"/>
        </a:p>
      </dgm:t>
    </dgm:pt>
    <dgm:pt modelId="{A57B0B63-57E1-438D-8C20-559CDB1F5AD6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it-IT" b="1" dirty="0"/>
            <a:t>1. </a:t>
          </a:r>
          <a:r>
            <a:rPr lang="it-IT" b="1" dirty="0" err="1"/>
            <a:t>Frontend</a:t>
          </a:r>
          <a:r>
            <a:rPr lang="it-IT" b="1" dirty="0"/>
            <a:t> </a:t>
          </a:r>
          <a:r>
            <a:rPr lang="it-IT" b="1" dirty="0" err="1"/>
            <a:t>Angular</a:t>
          </a:r>
          <a:endParaRPr lang="it-IT" b="1" dirty="0"/>
        </a:p>
      </dgm:t>
    </dgm:pt>
    <dgm:pt modelId="{82FBF902-D0A1-4808-A012-12D1F23A10CF}" type="parTrans" cxnId="{0BD6DEFE-112F-4B6A-94DC-89573A58DBA0}">
      <dgm:prSet/>
      <dgm:spPr/>
      <dgm:t>
        <a:bodyPr/>
        <a:lstStyle/>
        <a:p>
          <a:endParaRPr lang="it-IT"/>
        </a:p>
      </dgm:t>
    </dgm:pt>
    <dgm:pt modelId="{3D92DFB8-1946-4CBD-A87D-BC6D6F80F0E8}" type="sibTrans" cxnId="{0BD6DEFE-112F-4B6A-94DC-89573A58DBA0}">
      <dgm:prSet/>
      <dgm:spPr/>
      <dgm:t>
        <a:bodyPr/>
        <a:lstStyle/>
        <a:p>
          <a:endParaRPr lang="it-IT"/>
        </a:p>
      </dgm:t>
    </dgm:pt>
    <dgm:pt modelId="{2D0B8079-1B2E-45B6-840D-E98D1618D491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/>
            <a:t>Interfaccia utente con Angular Material</a:t>
          </a:r>
        </a:p>
      </dgm:t>
    </dgm:pt>
    <dgm:pt modelId="{936004B0-A6BD-4B51-9D0C-C11FC046D632}" type="parTrans" cxnId="{227E9F6D-9013-47A5-8B50-5CE81079ECC3}">
      <dgm:prSet/>
      <dgm:spPr/>
      <dgm:t>
        <a:bodyPr/>
        <a:lstStyle/>
        <a:p>
          <a:endParaRPr lang="it-IT"/>
        </a:p>
      </dgm:t>
    </dgm:pt>
    <dgm:pt modelId="{F249388A-B47D-4759-86FD-C8329FC1B4EA}" type="sibTrans" cxnId="{227E9F6D-9013-47A5-8B50-5CE81079ECC3}">
      <dgm:prSet/>
      <dgm:spPr/>
      <dgm:t>
        <a:bodyPr/>
        <a:lstStyle/>
        <a:p>
          <a:endParaRPr lang="it-IT"/>
        </a:p>
      </dgm:t>
    </dgm:pt>
    <dgm:pt modelId="{ED16153C-FB1C-48BB-86BA-45A057F1BE6B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en-US" dirty="0" err="1"/>
            <a:t>Chiamate</a:t>
          </a:r>
          <a:r>
            <a:rPr lang="en-US" dirty="0"/>
            <a:t> HTTP (</a:t>
          </a:r>
          <a:r>
            <a:rPr lang="en-US" dirty="0" err="1"/>
            <a:t>RxJS</a:t>
          </a:r>
          <a:r>
            <a:rPr lang="en-US" dirty="0"/>
            <a:t>) al backend Rails</a:t>
          </a:r>
          <a:endParaRPr lang="it-IT" dirty="0"/>
        </a:p>
      </dgm:t>
    </dgm:pt>
    <dgm:pt modelId="{FC22BF41-B981-482E-8F28-F2C9271C3468}" type="parTrans" cxnId="{40039E30-83D9-49B5-87F8-670CE956DCCB}">
      <dgm:prSet/>
      <dgm:spPr/>
      <dgm:t>
        <a:bodyPr/>
        <a:lstStyle/>
        <a:p>
          <a:endParaRPr lang="it-IT"/>
        </a:p>
      </dgm:t>
    </dgm:pt>
    <dgm:pt modelId="{E57F625B-DE01-469B-BBAC-08D0E9E5EB96}" type="sibTrans" cxnId="{40039E30-83D9-49B5-87F8-670CE956DCCB}">
      <dgm:prSet/>
      <dgm:spPr/>
      <dgm:t>
        <a:bodyPr/>
        <a:lstStyle/>
        <a:p>
          <a:endParaRPr lang="it-IT"/>
        </a:p>
      </dgm:t>
    </dgm:pt>
    <dgm:pt modelId="{7E067373-7D11-40A3-8B8D-545F44EC9074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it-IT" b="1" dirty="0"/>
            <a:t>2. </a:t>
          </a:r>
          <a:r>
            <a:rPr lang="it-IT" b="1" dirty="0" err="1"/>
            <a:t>Backend</a:t>
          </a:r>
          <a:r>
            <a:rPr lang="it-IT" b="1" dirty="0"/>
            <a:t> </a:t>
          </a:r>
          <a:r>
            <a:rPr lang="it-IT" b="1" dirty="0" err="1"/>
            <a:t>Rails</a:t>
          </a:r>
          <a:r>
            <a:rPr lang="it-IT" b="1" dirty="0"/>
            <a:t> API</a:t>
          </a:r>
        </a:p>
      </dgm:t>
    </dgm:pt>
    <dgm:pt modelId="{31D18A0D-1704-40E7-91BF-EEA4F2E29231}" type="parTrans" cxnId="{31404B45-6A14-4DC8-9A35-CC2B900EA1E1}">
      <dgm:prSet/>
      <dgm:spPr/>
      <dgm:t>
        <a:bodyPr/>
        <a:lstStyle/>
        <a:p>
          <a:endParaRPr lang="it-IT"/>
        </a:p>
      </dgm:t>
    </dgm:pt>
    <dgm:pt modelId="{8DCB4033-A256-480E-AB3A-E6C35E4EB0B6}" type="sibTrans" cxnId="{31404B45-6A14-4DC8-9A35-CC2B900EA1E1}">
      <dgm:prSet/>
      <dgm:spPr/>
      <dgm:t>
        <a:bodyPr/>
        <a:lstStyle/>
        <a:p>
          <a:endParaRPr lang="it-IT"/>
        </a:p>
      </dgm:t>
    </dgm:pt>
    <dgm:pt modelId="{B8C4061F-B0C1-4865-9F4A-A39DDC3DA38A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/>
            <a:t>Controller gestiscono richieste HTTP</a:t>
          </a:r>
        </a:p>
      </dgm:t>
    </dgm:pt>
    <dgm:pt modelId="{25B4394C-628E-4D37-841D-98BE6491459E}" type="parTrans" cxnId="{BC3D092F-155B-43F0-9D65-67AF456086B5}">
      <dgm:prSet/>
      <dgm:spPr/>
      <dgm:t>
        <a:bodyPr/>
        <a:lstStyle/>
        <a:p>
          <a:endParaRPr lang="it-IT"/>
        </a:p>
      </dgm:t>
    </dgm:pt>
    <dgm:pt modelId="{583EAA65-D63C-4D00-9251-9E547EDC776F}" type="sibTrans" cxnId="{BC3D092F-155B-43F0-9D65-67AF456086B5}">
      <dgm:prSet/>
      <dgm:spPr/>
      <dgm:t>
        <a:bodyPr/>
        <a:lstStyle/>
        <a:p>
          <a:endParaRPr lang="it-IT"/>
        </a:p>
      </dgm:t>
    </dgm:pt>
    <dgm:pt modelId="{F922B608-804B-468B-83E7-1647AF667D33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/>
            <a:t>Service orchestrano logica business</a:t>
          </a:r>
        </a:p>
      </dgm:t>
    </dgm:pt>
    <dgm:pt modelId="{6CBA3C98-3BBE-4350-9220-B486223C7691}" type="parTrans" cxnId="{D765AC66-EC41-4D6A-AB37-8514B81DA74E}">
      <dgm:prSet/>
      <dgm:spPr/>
      <dgm:t>
        <a:bodyPr/>
        <a:lstStyle/>
        <a:p>
          <a:endParaRPr lang="it-IT"/>
        </a:p>
      </dgm:t>
    </dgm:pt>
    <dgm:pt modelId="{E0A982DF-59AF-4E62-8953-92BFCC3FCA45}" type="sibTrans" cxnId="{D765AC66-EC41-4D6A-AB37-8514B81DA74E}">
      <dgm:prSet/>
      <dgm:spPr/>
      <dgm:t>
        <a:bodyPr/>
        <a:lstStyle/>
        <a:p>
          <a:endParaRPr lang="it-IT"/>
        </a:p>
      </dgm:t>
    </dgm:pt>
    <dgm:pt modelId="{2E058403-35BD-4FEC-BBA5-AE3ABB1DC439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 dirty="0"/>
            <a:t>Active Record per persistenza su </a:t>
          </a:r>
          <a:r>
            <a:rPr lang="it-IT" dirty="0" err="1"/>
            <a:t>PostgreSQL</a:t>
          </a:r>
          <a:endParaRPr lang="it-IT" dirty="0"/>
        </a:p>
      </dgm:t>
    </dgm:pt>
    <dgm:pt modelId="{61E8ACE7-39FE-46CC-A5C5-C64869D29092}" type="parTrans" cxnId="{038409ED-5692-4D09-8466-7F1643D00BC9}">
      <dgm:prSet/>
      <dgm:spPr/>
      <dgm:t>
        <a:bodyPr/>
        <a:lstStyle/>
        <a:p>
          <a:endParaRPr lang="it-IT"/>
        </a:p>
      </dgm:t>
    </dgm:pt>
    <dgm:pt modelId="{D00DADF2-7E5C-40C8-8938-2D542FCEE672}" type="sibTrans" cxnId="{038409ED-5692-4D09-8466-7F1643D00BC9}">
      <dgm:prSet/>
      <dgm:spPr/>
      <dgm:t>
        <a:bodyPr/>
        <a:lstStyle/>
        <a:p>
          <a:endParaRPr lang="it-IT"/>
        </a:p>
      </dgm:t>
    </dgm:pt>
    <dgm:pt modelId="{BD6A0265-198F-4EF6-8B59-86361012C5BA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it-IT" b="1" dirty="0"/>
            <a:t>3. AI Services</a:t>
          </a:r>
        </a:p>
      </dgm:t>
    </dgm:pt>
    <dgm:pt modelId="{ACF75620-18DD-4CE3-AA1F-92E5C5D592BA}" type="parTrans" cxnId="{43FDFAF6-0FEC-4EC0-9EF8-895409CBC96A}">
      <dgm:prSet/>
      <dgm:spPr/>
      <dgm:t>
        <a:bodyPr/>
        <a:lstStyle/>
        <a:p>
          <a:endParaRPr lang="it-IT"/>
        </a:p>
      </dgm:t>
    </dgm:pt>
    <dgm:pt modelId="{71CD95BA-384F-4F66-A277-77FD5AC407E9}" type="sibTrans" cxnId="{43FDFAF6-0FEC-4EC0-9EF8-895409CBC96A}">
      <dgm:prSet/>
      <dgm:spPr/>
      <dgm:t>
        <a:bodyPr/>
        <a:lstStyle/>
        <a:p>
          <a:endParaRPr lang="it-IT"/>
        </a:p>
      </dgm:t>
    </dgm:pt>
    <dgm:pt modelId="{4CAD40C0-2A10-428B-AF1D-F4D3073E78D3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en-US"/>
            <a:t>AiService chiama AWS Bedrock Converse API</a:t>
          </a:r>
          <a:endParaRPr lang="it-IT"/>
        </a:p>
      </dgm:t>
    </dgm:pt>
    <dgm:pt modelId="{1A67CDCB-3E5C-4185-912A-8DFA57752D0F}" type="parTrans" cxnId="{0EFC82ED-78F2-479A-A9F9-FDA3A5F07B1A}">
      <dgm:prSet/>
      <dgm:spPr/>
      <dgm:t>
        <a:bodyPr/>
        <a:lstStyle/>
        <a:p>
          <a:endParaRPr lang="it-IT"/>
        </a:p>
      </dgm:t>
    </dgm:pt>
    <dgm:pt modelId="{D2DF7816-0599-4813-9971-35BCAF8621F1}" type="sibTrans" cxnId="{0EFC82ED-78F2-479A-A9F9-FDA3A5F07B1A}">
      <dgm:prSet/>
      <dgm:spPr/>
      <dgm:t>
        <a:bodyPr/>
        <a:lstStyle/>
        <a:p>
          <a:endParaRPr lang="it-IT"/>
        </a:p>
      </dgm:t>
    </dgm:pt>
    <dgm:pt modelId="{E9C31D96-DF1B-485E-A373-0879F6073465}">
      <dgm:prSet/>
      <dgm:spPr/>
      <dgm:t>
        <a:bodyPr/>
        <a:lstStyle/>
        <a:p>
          <a:pPr>
            <a:buFont typeface="Arial" panose="020B0604020202020204" pitchFamily="34" charset="0"/>
            <a:buChar char="–"/>
          </a:pPr>
          <a:r>
            <a:rPr lang="it-IT" dirty="0" err="1"/>
            <a:t>DocumentAnalysisService</a:t>
          </a:r>
          <a:r>
            <a:rPr lang="it-IT" dirty="0"/>
            <a:t> processa documenti</a:t>
          </a:r>
        </a:p>
      </dgm:t>
    </dgm:pt>
    <dgm:pt modelId="{C8FB7BB2-D6A3-4C7F-AED7-5D894D32DBC3}" type="parTrans" cxnId="{06C465AD-1B33-4450-AB64-25EB9A03EA3F}">
      <dgm:prSet/>
      <dgm:spPr/>
      <dgm:t>
        <a:bodyPr/>
        <a:lstStyle/>
        <a:p>
          <a:endParaRPr lang="it-IT"/>
        </a:p>
      </dgm:t>
    </dgm:pt>
    <dgm:pt modelId="{AA9BF7F0-DCE3-4323-91E7-2940331639A3}" type="sibTrans" cxnId="{06C465AD-1B33-4450-AB64-25EB9A03EA3F}">
      <dgm:prSet/>
      <dgm:spPr/>
      <dgm:t>
        <a:bodyPr/>
        <a:lstStyle/>
        <a:p>
          <a:endParaRPr lang="it-IT"/>
        </a:p>
      </dgm:t>
    </dgm:pt>
    <dgm:pt modelId="{53AAE270-060E-452E-A212-4205414C49E6}">
      <dgm:prSet/>
      <dgm:spPr>
        <a:solidFill>
          <a:srgbClr val="FFFAEF">
            <a:alpha val="90000"/>
          </a:srgbClr>
        </a:solidFill>
      </dgm:spPr>
      <dgm:t>
        <a:bodyPr/>
        <a:lstStyle/>
        <a:p>
          <a:pPr>
            <a:buNone/>
          </a:pPr>
          <a:endParaRPr lang="en-US" dirty="0"/>
        </a:p>
      </dgm:t>
    </dgm:pt>
    <dgm:pt modelId="{CF5B42B0-C1AD-427C-9946-4C36606FD25B}" type="parTrans" cxnId="{A0C41FB8-456F-4F56-8059-574694FCD266}">
      <dgm:prSet/>
      <dgm:spPr/>
      <dgm:t>
        <a:bodyPr/>
        <a:lstStyle/>
        <a:p>
          <a:endParaRPr lang="it-IT"/>
        </a:p>
      </dgm:t>
    </dgm:pt>
    <dgm:pt modelId="{13E2D107-DCB5-436B-9135-1EBB77394A74}" type="sibTrans" cxnId="{A0C41FB8-456F-4F56-8059-574694FCD266}">
      <dgm:prSet/>
      <dgm:spPr/>
      <dgm:t>
        <a:bodyPr/>
        <a:lstStyle/>
        <a:p>
          <a:endParaRPr lang="it-IT"/>
        </a:p>
      </dgm:t>
    </dgm:pt>
    <dgm:pt modelId="{AE016961-59A6-4F11-9BC6-83040632A198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it-IT" dirty="0"/>
        </a:p>
      </dgm:t>
    </dgm:pt>
    <dgm:pt modelId="{74E5ED95-32B3-465D-A631-AC259AB40005}" type="parTrans" cxnId="{79D8F6ED-A85A-4EEB-9785-9D99446DA1DD}">
      <dgm:prSet/>
      <dgm:spPr/>
      <dgm:t>
        <a:bodyPr/>
        <a:lstStyle/>
        <a:p>
          <a:endParaRPr lang="it-IT"/>
        </a:p>
      </dgm:t>
    </dgm:pt>
    <dgm:pt modelId="{756B44F8-EECA-4790-9FB7-5CC2AC1CFD22}" type="sibTrans" cxnId="{79D8F6ED-A85A-4EEB-9785-9D99446DA1DD}">
      <dgm:prSet/>
      <dgm:spPr/>
      <dgm:t>
        <a:bodyPr/>
        <a:lstStyle/>
        <a:p>
          <a:endParaRPr lang="it-IT"/>
        </a:p>
      </dgm:t>
    </dgm:pt>
    <dgm:pt modelId="{21E6099C-A36E-4197-8DAA-290152ADEE40}">
      <dgm:prSet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it-IT" dirty="0"/>
        </a:p>
      </dgm:t>
    </dgm:pt>
    <dgm:pt modelId="{1F62F70C-7C29-44E0-8FC7-67955E23154A}" type="parTrans" cxnId="{9A413D78-D421-4974-A257-A5E52DC9495E}">
      <dgm:prSet/>
      <dgm:spPr/>
      <dgm:t>
        <a:bodyPr/>
        <a:lstStyle/>
        <a:p>
          <a:endParaRPr lang="it-IT"/>
        </a:p>
      </dgm:t>
    </dgm:pt>
    <dgm:pt modelId="{3C56D591-C37D-41D3-A6AA-0C1AB0C85D57}" type="sibTrans" cxnId="{9A413D78-D421-4974-A257-A5E52DC9495E}">
      <dgm:prSet/>
      <dgm:spPr/>
      <dgm:t>
        <a:bodyPr/>
        <a:lstStyle/>
        <a:p>
          <a:endParaRPr lang="it-IT"/>
        </a:p>
      </dgm:t>
    </dgm:pt>
    <dgm:pt modelId="{529C8736-509C-426A-B1AF-D9FE39FB5B28}" type="pres">
      <dgm:prSet presAssocID="{228ADC0D-83DA-40CE-9EF2-B2A23B2BA12F}" presName="linear" presStyleCnt="0">
        <dgm:presLayoutVars>
          <dgm:dir/>
          <dgm:animLvl val="lvl"/>
          <dgm:resizeHandles val="exact"/>
        </dgm:presLayoutVars>
      </dgm:prSet>
      <dgm:spPr/>
    </dgm:pt>
    <dgm:pt modelId="{8BC7EA25-256B-410A-8E19-CC15A19D412A}" type="pres">
      <dgm:prSet presAssocID="{EE76E364-6A46-492A-9FD7-63C775ADA808}" presName="parentLin" presStyleCnt="0"/>
      <dgm:spPr/>
    </dgm:pt>
    <dgm:pt modelId="{0E75AC4A-956D-493C-A82B-572CF3B1603B}" type="pres">
      <dgm:prSet presAssocID="{EE76E364-6A46-492A-9FD7-63C775ADA808}" presName="parentLeftMargin" presStyleLbl="node1" presStyleIdx="0" presStyleCnt="1"/>
      <dgm:spPr/>
    </dgm:pt>
    <dgm:pt modelId="{EF67F11A-FCD0-4E59-A23F-17BCC3FB1182}" type="pres">
      <dgm:prSet presAssocID="{EE76E364-6A46-492A-9FD7-63C775ADA80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84E3A97-5D14-4C15-B06F-E00215B154CE}" type="pres">
      <dgm:prSet presAssocID="{EE76E364-6A46-492A-9FD7-63C775ADA808}" presName="negativeSpace" presStyleCnt="0"/>
      <dgm:spPr/>
    </dgm:pt>
    <dgm:pt modelId="{8A748C3E-CE62-4E92-A0FE-1F5548AC9D02}" type="pres">
      <dgm:prSet presAssocID="{EE76E364-6A46-492A-9FD7-63C775ADA808}" presName="childText" presStyleLbl="conFgAcc1" presStyleIdx="0" presStyleCnt="1" custLinFactNeighborX="-424">
        <dgm:presLayoutVars>
          <dgm:bulletEnabled val="1"/>
        </dgm:presLayoutVars>
      </dgm:prSet>
      <dgm:spPr/>
    </dgm:pt>
  </dgm:ptLst>
  <dgm:cxnLst>
    <dgm:cxn modelId="{2F951003-142E-4D90-BDFF-18B215B2C678}" type="presOf" srcId="{EE76E364-6A46-492A-9FD7-63C775ADA808}" destId="{EF67F11A-FCD0-4E59-A23F-17BCC3FB1182}" srcOrd="1" destOrd="0" presId="urn:microsoft.com/office/officeart/2005/8/layout/list1"/>
    <dgm:cxn modelId="{BED19726-8215-429F-83E4-8A9148284DE0}" type="presOf" srcId="{AE016961-59A6-4F11-9BC6-83040632A198}" destId="{8A748C3E-CE62-4E92-A0FE-1F5548AC9D02}" srcOrd="0" destOrd="5" presId="urn:microsoft.com/office/officeart/2005/8/layout/list1"/>
    <dgm:cxn modelId="{BC3D092F-155B-43F0-9D65-67AF456086B5}" srcId="{7E067373-7D11-40A3-8B8D-545F44EC9074}" destId="{B8C4061F-B0C1-4865-9F4A-A39DDC3DA38A}" srcOrd="0" destOrd="0" parTransId="{25B4394C-628E-4D37-841D-98BE6491459E}" sibTransId="{583EAA65-D63C-4D00-9251-9E547EDC776F}"/>
    <dgm:cxn modelId="{FC94812F-4725-4EFB-B551-30F754B69390}" type="presOf" srcId="{EE76E364-6A46-492A-9FD7-63C775ADA808}" destId="{0E75AC4A-956D-493C-A82B-572CF3B1603B}" srcOrd="0" destOrd="0" presId="urn:microsoft.com/office/officeart/2005/8/layout/list1"/>
    <dgm:cxn modelId="{40039E30-83D9-49B5-87F8-670CE956DCCB}" srcId="{A57B0B63-57E1-438D-8C20-559CDB1F5AD6}" destId="{ED16153C-FB1C-48BB-86BA-45A057F1BE6B}" srcOrd="1" destOrd="0" parTransId="{FC22BF41-B981-482E-8F28-F2C9271C3468}" sibTransId="{E57F625B-DE01-469B-BBAC-08D0E9E5EB96}"/>
    <dgm:cxn modelId="{8CF14E32-5BC2-4DB2-9423-7BF5E07580C8}" type="presOf" srcId="{2E058403-35BD-4FEC-BBA5-AE3ABB1DC439}" destId="{8A748C3E-CE62-4E92-A0FE-1F5548AC9D02}" srcOrd="0" destOrd="9" presId="urn:microsoft.com/office/officeart/2005/8/layout/list1"/>
    <dgm:cxn modelId="{0C848A3D-3553-4924-8D80-54F69669587F}" type="presOf" srcId="{228ADC0D-83DA-40CE-9EF2-B2A23B2BA12F}" destId="{529C8736-509C-426A-B1AF-D9FE39FB5B28}" srcOrd="0" destOrd="0" presId="urn:microsoft.com/office/officeart/2005/8/layout/list1"/>
    <dgm:cxn modelId="{31404B45-6A14-4DC8-9A35-CC2B900EA1E1}" srcId="{EE76E364-6A46-492A-9FD7-63C775ADA808}" destId="{7E067373-7D11-40A3-8B8D-545F44EC9074}" srcOrd="4" destOrd="0" parTransId="{31D18A0D-1704-40E7-91BF-EEA4F2E29231}" sibTransId="{8DCB4033-A256-480E-AB3A-E6C35E4EB0B6}"/>
    <dgm:cxn modelId="{D765AC66-EC41-4D6A-AB37-8514B81DA74E}" srcId="{7E067373-7D11-40A3-8B8D-545F44EC9074}" destId="{F922B608-804B-468B-83E7-1647AF667D33}" srcOrd="1" destOrd="0" parTransId="{6CBA3C98-3BBE-4350-9220-B486223C7691}" sibTransId="{E0A982DF-59AF-4E62-8953-92BFCC3FCA45}"/>
    <dgm:cxn modelId="{DA691269-9699-4FEE-A9BE-2680AED34416}" type="presOf" srcId="{4CAD40C0-2A10-428B-AF1D-F4D3073E78D3}" destId="{8A748C3E-CE62-4E92-A0FE-1F5548AC9D02}" srcOrd="0" destOrd="12" presId="urn:microsoft.com/office/officeart/2005/8/layout/list1"/>
    <dgm:cxn modelId="{227E9F6D-9013-47A5-8B50-5CE81079ECC3}" srcId="{A57B0B63-57E1-438D-8C20-559CDB1F5AD6}" destId="{2D0B8079-1B2E-45B6-840D-E98D1618D491}" srcOrd="0" destOrd="0" parTransId="{936004B0-A6BD-4B51-9D0C-C11FC046D632}" sibTransId="{F249388A-B47D-4759-86FD-C8329FC1B4EA}"/>
    <dgm:cxn modelId="{9A413D78-D421-4974-A257-A5E52DC9495E}" srcId="{EE76E364-6A46-492A-9FD7-63C775ADA808}" destId="{21E6099C-A36E-4197-8DAA-290152ADEE40}" srcOrd="5" destOrd="0" parTransId="{1F62F70C-7C29-44E0-8FC7-67955E23154A}" sibTransId="{3C56D591-C37D-41D3-A6AA-0C1AB0C85D57}"/>
    <dgm:cxn modelId="{D681A158-F043-4B86-87E3-8BAA297F0BE0}" type="presOf" srcId="{21E6099C-A36E-4197-8DAA-290152ADEE40}" destId="{8A748C3E-CE62-4E92-A0FE-1F5548AC9D02}" srcOrd="0" destOrd="10" presId="urn:microsoft.com/office/officeart/2005/8/layout/list1"/>
    <dgm:cxn modelId="{F609747B-AE71-4ACA-93A0-5C6C9FA2C6E1}" srcId="{EE76E364-6A46-492A-9FD7-63C775ADA808}" destId="{FB7856FD-14F6-497F-A96F-439DE861ECA4}" srcOrd="0" destOrd="0" parTransId="{B2A71A46-24A2-44C1-B6DD-257439AFBC0A}" sibTransId="{AED585D0-E158-48D1-8037-5DB08D2C892B}"/>
    <dgm:cxn modelId="{D282297D-EFE9-430A-B3B9-CB92350AFAD4}" type="presOf" srcId="{BD6A0265-198F-4EF6-8B59-86361012C5BA}" destId="{8A748C3E-CE62-4E92-A0FE-1F5548AC9D02}" srcOrd="0" destOrd="11" presId="urn:microsoft.com/office/officeart/2005/8/layout/list1"/>
    <dgm:cxn modelId="{8D1B98A3-1084-4CBE-97DF-C870B819A3EB}" type="presOf" srcId="{2D0B8079-1B2E-45B6-840D-E98D1618D491}" destId="{8A748C3E-CE62-4E92-A0FE-1F5548AC9D02}" srcOrd="0" destOrd="3" presId="urn:microsoft.com/office/officeart/2005/8/layout/list1"/>
    <dgm:cxn modelId="{06C465AD-1B33-4450-AB64-25EB9A03EA3F}" srcId="{BD6A0265-198F-4EF6-8B59-86361012C5BA}" destId="{E9C31D96-DF1B-485E-A373-0879F6073465}" srcOrd="1" destOrd="0" parTransId="{C8FB7BB2-D6A3-4C7F-AED7-5D894D32DBC3}" sibTransId="{AA9BF7F0-DCE3-4323-91E7-2940331639A3}"/>
    <dgm:cxn modelId="{A0C41FB8-456F-4F56-8059-574694FCD266}" srcId="{EE76E364-6A46-492A-9FD7-63C775ADA808}" destId="{53AAE270-060E-452E-A212-4205414C49E6}" srcOrd="1" destOrd="0" parTransId="{CF5B42B0-C1AD-427C-9946-4C36606FD25B}" sibTransId="{13E2D107-DCB5-436B-9135-1EBB77394A74}"/>
    <dgm:cxn modelId="{CC56D4CF-F1BF-43A5-A789-E0537FD6A8F0}" type="presOf" srcId="{ED16153C-FB1C-48BB-86BA-45A057F1BE6B}" destId="{8A748C3E-CE62-4E92-A0FE-1F5548AC9D02}" srcOrd="0" destOrd="4" presId="urn:microsoft.com/office/officeart/2005/8/layout/list1"/>
    <dgm:cxn modelId="{A43DB9DE-F939-4553-8790-9F4D3F32EF61}" type="presOf" srcId="{B8C4061F-B0C1-4865-9F4A-A39DDC3DA38A}" destId="{8A748C3E-CE62-4E92-A0FE-1F5548AC9D02}" srcOrd="0" destOrd="7" presId="urn:microsoft.com/office/officeart/2005/8/layout/list1"/>
    <dgm:cxn modelId="{254987E4-212F-4459-9D41-7FED47C51279}" type="presOf" srcId="{A57B0B63-57E1-438D-8C20-559CDB1F5AD6}" destId="{8A748C3E-CE62-4E92-A0FE-1F5548AC9D02}" srcOrd="0" destOrd="2" presId="urn:microsoft.com/office/officeart/2005/8/layout/list1"/>
    <dgm:cxn modelId="{8ADAB9E6-BB3B-4581-9B45-07948A4AEA67}" srcId="{228ADC0D-83DA-40CE-9EF2-B2A23B2BA12F}" destId="{EE76E364-6A46-492A-9FD7-63C775ADA808}" srcOrd="0" destOrd="0" parTransId="{522B9AE2-1358-4DCB-B21B-51AD7A4CC3B6}" sibTransId="{119AEC78-9891-4081-85AD-AAE5114E48ED}"/>
    <dgm:cxn modelId="{251B65EB-EFEC-48E4-B756-9F1DCE91FE7F}" type="presOf" srcId="{E9C31D96-DF1B-485E-A373-0879F6073465}" destId="{8A748C3E-CE62-4E92-A0FE-1F5548AC9D02}" srcOrd="0" destOrd="13" presId="urn:microsoft.com/office/officeart/2005/8/layout/list1"/>
    <dgm:cxn modelId="{038409ED-5692-4D09-8466-7F1643D00BC9}" srcId="{7E067373-7D11-40A3-8B8D-545F44EC9074}" destId="{2E058403-35BD-4FEC-BBA5-AE3ABB1DC439}" srcOrd="2" destOrd="0" parTransId="{61E8ACE7-39FE-46CC-A5C5-C64869D29092}" sibTransId="{D00DADF2-7E5C-40C8-8938-2D542FCEE672}"/>
    <dgm:cxn modelId="{0EFC82ED-78F2-479A-A9F9-FDA3A5F07B1A}" srcId="{BD6A0265-198F-4EF6-8B59-86361012C5BA}" destId="{4CAD40C0-2A10-428B-AF1D-F4D3073E78D3}" srcOrd="0" destOrd="0" parTransId="{1A67CDCB-3E5C-4185-912A-8DFA57752D0F}" sibTransId="{D2DF7816-0599-4813-9971-35BCAF8621F1}"/>
    <dgm:cxn modelId="{79D8F6ED-A85A-4EEB-9785-9D99446DA1DD}" srcId="{EE76E364-6A46-492A-9FD7-63C775ADA808}" destId="{AE016961-59A6-4F11-9BC6-83040632A198}" srcOrd="3" destOrd="0" parTransId="{74E5ED95-32B3-465D-A631-AC259AB40005}" sibTransId="{756B44F8-EECA-4790-9FB7-5CC2AC1CFD22}"/>
    <dgm:cxn modelId="{9C57EFEF-0357-4521-905B-4B142D21AC8A}" type="presOf" srcId="{FB7856FD-14F6-497F-A96F-439DE861ECA4}" destId="{8A748C3E-CE62-4E92-A0FE-1F5548AC9D02}" srcOrd="0" destOrd="0" presId="urn:microsoft.com/office/officeart/2005/8/layout/list1"/>
    <dgm:cxn modelId="{43FDFAF6-0FEC-4EC0-9EF8-895409CBC96A}" srcId="{EE76E364-6A46-492A-9FD7-63C775ADA808}" destId="{BD6A0265-198F-4EF6-8B59-86361012C5BA}" srcOrd="6" destOrd="0" parTransId="{ACF75620-18DD-4CE3-AA1F-92E5C5D592BA}" sibTransId="{71CD95BA-384F-4F66-A277-77FD5AC407E9}"/>
    <dgm:cxn modelId="{1A67C4FA-3910-4994-8858-797ED249568A}" type="presOf" srcId="{7E067373-7D11-40A3-8B8D-545F44EC9074}" destId="{8A748C3E-CE62-4E92-A0FE-1F5548AC9D02}" srcOrd="0" destOrd="6" presId="urn:microsoft.com/office/officeart/2005/8/layout/list1"/>
    <dgm:cxn modelId="{48A7EBFB-0D2C-4D14-AB95-FFE195B35CAB}" type="presOf" srcId="{53AAE270-060E-452E-A212-4205414C49E6}" destId="{8A748C3E-CE62-4E92-A0FE-1F5548AC9D02}" srcOrd="0" destOrd="1" presId="urn:microsoft.com/office/officeart/2005/8/layout/list1"/>
    <dgm:cxn modelId="{059704FE-C515-41DE-A19C-6621A36457B3}" type="presOf" srcId="{F922B608-804B-468B-83E7-1647AF667D33}" destId="{8A748C3E-CE62-4E92-A0FE-1F5548AC9D02}" srcOrd="0" destOrd="8" presId="urn:microsoft.com/office/officeart/2005/8/layout/list1"/>
    <dgm:cxn modelId="{0BD6DEFE-112F-4B6A-94DC-89573A58DBA0}" srcId="{EE76E364-6A46-492A-9FD7-63C775ADA808}" destId="{A57B0B63-57E1-438D-8C20-559CDB1F5AD6}" srcOrd="2" destOrd="0" parTransId="{82FBF902-D0A1-4808-A012-12D1F23A10CF}" sibTransId="{3D92DFB8-1946-4CBD-A87D-BC6D6F80F0E8}"/>
    <dgm:cxn modelId="{99C4794F-5A93-4121-924F-8E9D80FA4E1A}" type="presParOf" srcId="{529C8736-509C-426A-B1AF-D9FE39FB5B28}" destId="{8BC7EA25-256B-410A-8E19-CC15A19D412A}" srcOrd="0" destOrd="0" presId="urn:microsoft.com/office/officeart/2005/8/layout/list1"/>
    <dgm:cxn modelId="{7D29F33C-F374-44F2-A99C-2A84F79E532E}" type="presParOf" srcId="{8BC7EA25-256B-410A-8E19-CC15A19D412A}" destId="{0E75AC4A-956D-493C-A82B-572CF3B1603B}" srcOrd="0" destOrd="0" presId="urn:microsoft.com/office/officeart/2005/8/layout/list1"/>
    <dgm:cxn modelId="{B37493A7-9064-4748-8B5F-2BDD9D3A1F35}" type="presParOf" srcId="{8BC7EA25-256B-410A-8E19-CC15A19D412A}" destId="{EF67F11A-FCD0-4E59-A23F-17BCC3FB1182}" srcOrd="1" destOrd="0" presId="urn:microsoft.com/office/officeart/2005/8/layout/list1"/>
    <dgm:cxn modelId="{6BEF4342-28F0-4457-A7C7-3977004289ED}" type="presParOf" srcId="{529C8736-509C-426A-B1AF-D9FE39FB5B28}" destId="{E84E3A97-5D14-4C15-B06F-E00215B154CE}" srcOrd="1" destOrd="0" presId="urn:microsoft.com/office/officeart/2005/8/layout/list1"/>
    <dgm:cxn modelId="{C949430F-0342-4BB7-AB62-F4B80F327B73}" type="presParOf" srcId="{529C8736-509C-426A-B1AF-D9FE39FB5B28}" destId="{8A748C3E-CE62-4E92-A0FE-1F5548AC9D02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748C3E-CE62-4E92-A0FE-1F5548AC9D02}">
      <dsp:nvSpPr>
        <dsp:cNvPr id="0" name=""/>
        <dsp:cNvSpPr/>
      </dsp:nvSpPr>
      <dsp:spPr>
        <a:xfrm>
          <a:off x="0" y="592680"/>
          <a:ext cx="10000249" cy="7408800"/>
        </a:xfrm>
        <a:prstGeom prst="rect">
          <a:avLst/>
        </a:prstGeom>
        <a:solidFill>
          <a:srgbClr val="FFFAEF">
            <a:alpha val="90000"/>
          </a:srgb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130" tIns="583184" rIns="776130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800" kern="1200" dirty="0"/>
            <a:t>Modello Amazon Nova Lite v1 per generazione testo e OCR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2800" b="1" kern="1200" dirty="0"/>
            <a:t>• AI Assistant Generativo</a:t>
          </a:r>
          <a:endParaRPr lang="en-US" sz="2800" kern="1200" dirty="0"/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2800" kern="1200"/>
            <a:t>Converse API per generazione testo conversazionale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2800" kern="1200"/>
            <a:t>System prompt personalizzato con descrizione azienda e tono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2800" kern="1200"/>
            <a:t>Mantenimento contesto conversazione multi-turn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2800" kern="1200" dirty="0"/>
            <a:t>Generazione comunicazioni interne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it-IT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2800" b="1" kern="1200" dirty="0"/>
            <a:t>AI Co-Pilot </a:t>
          </a:r>
          <a:r>
            <a:rPr lang="it-IT" sz="2800" b="1" kern="1200" dirty="0" err="1"/>
            <a:t>Document</a:t>
          </a:r>
          <a:r>
            <a:rPr lang="it-IT" sz="2800" b="1" kern="1200" dirty="0"/>
            <a:t> Analysis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2800" kern="1200"/>
            <a:t>OCR e analisi documenti (PDF, PNG, JPEG)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2800" kern="1200"/>
            <a:t>Estrazione dati strutturati: tipo documento, dipendente, importo, date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2800" kern="1200" dirty="0"/>
            <a:t>Output JSON validato per split e dispaccio automatico</a:t>
          </a:r>
        </a:p>
      </dsp:txBody>
      <dsp:txXfrm>
        <a:off x="0" y="592680"/>
        <a:ext cx="10000249" cy="7408800"/>
      </dsp:txXfrm>
    </dsp:sp>
    <dsp:sp modelId="{EF67F11A-FCD0-4E59-A23F-17BCC3FB1182}">
      <dsp:nvSpPr>
        <dsp:cNvPr id="0" name=""/>
        <dsp:cNvSpPr/>
      </dsp:nvSpPr>
      <dsp:spPr>
        <a:xfrm>
          <a:off x="500012" y="179400"/>
          <a:ext cx="7000174" cy="8265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4590" tIns="0" rIns="26459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b="1" kern="1200" dirty="0"/>
            <a:t>AWS </a:t>
          </a:r>
          <a:r>
            <a:rPr lang="it-IT" sz="2800" b="1" kern="1200" dirty="0" err="1"/>
            <a:t>Bedrock</a:t>
          </a:r>
          <a:endParaRPr lang="en-US" sz="2800" kern="1200" dirty="0"/>
        </a:p>
      </dsp:txBody>
      <dsp:txXfrm>
        <a:off x="540361" y="219749"/>
        <a:ext cx="6919476" cy="745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748C3E-CE62-4E92-A0FE-1F5548AC9D02}">
      <dsp:nvSpPr>
        <dsp:cNvPr id="0" name=""/>
        <dsp:cNvSpPr/>
      </dsp:nvSpPr>
      <dsp:spPr>
        <a:xfrm>
          <a:off x="0" y="647669"/>
          <a:ext cx="10000249" cy="7490700"/>
        </a:xfrm>
        <a:prstGeom prst="rect">
          <a:avLst/>
        </a:prstGeom>
        <a:solidFill>
          <a:srgbClr val="FFFAEF">
            <a:alpha val="90000"/>
          </a:srgb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130" tIns="853948" rIns="776130" bIns="291592" numCol="1" spcCol="1270" anchor="t" anchorCtr="0">
          <a:noAutofit/>
        </a:bodyPr>
        <a:lstStyle/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4100" b="1" kern="1200" dirty="0"/>
            <a:t> Framework principale</a:t>
          </a:r>
          <a:endParaRPr lang="en-US" sz="4100" kern="1200" dirty="0"/>
        </a:p>
        <a:p>
          <a:pPr marL="571500" lvl="2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4100" kern="1200" dirty="0"/>
            <a:t> Per dashboard amministrativa</a:t>
          </a:r>
        </a:p>
        <a:p>
          <a:pPr marL="571500" lvl="2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4100" kern="1200" dirty="0"/>
            <a:t> Componenti modulari: AI Assistant, AI Co-Pilot, Analytics, Storico</a:t>
          </a:r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it-IT" sz="4100" kern="1200" dirty="0"/>
        </a:p>
        <a:p>
          <a:pPr marL="285750" lvl="1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it-IT" sz="4100" b="1" kern="1200" dirty="0"/>
            <a:t>• </a:t>
          </a:r>
          <a:r>
            <a:rPr lang="it-IT" sz="4100" b="1" kern="1200" dirty="0" err="1"/>
            <a:t>RxJS</a:t>
          </a:r>
          <a:r>
            <a:rPr lang="it-IT" sz="4100" b="1" kern="1200" dirty="0"/>
            <a:t> 7.8.0</a:t>
          </a:r>
        </a:p>
        <a:p>
          <a:pPr marL="571500" lvl="2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4100" kern="1200" dirty="0"/>
            <a:t> Gestione asincrona chiamate API al </a:t>
          </a:r>
          <a:r>
            <a:rPr lang="it-IT" sz="4100" kern="1200" dirty="0" err="1"/>
            <a:t>backend</a:t>
          </a:r>
          <a:endParaRPr lang="it-IT" sz="4100" kern="1200" dirty="0"/>
        </a:p>
        <a:p>
          <a:pPr marL="571500" lvl="2" indent="-285750" algn="l" defTabSz="1822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4100" kern="1200" dirty="0"/>
            <a:t> Polling per status documenti in analisi</a:t>
          </a:r>
        </a:p>
      </dsp:txBody>
      <dsp:txXfrm>
        <a:off x="0" y="647669"/>
        <a:ext cx="10000249" cy="7490700"/>
      </dsp:txXfrm>
    </dsp:sp>
    <dsp:sp modelId="{EF67F11A-FCD0-4E59-A23F-17BCC3FB1182}">
      <dsp:nvSpPr>
        <dsp:cNvPr id="0" name=""/>
        <dsp:cNvSpPr/>
      </dsp:nvSpPr>
      <dsp:spPr>
        <a:xfrm>
          <a:off x="500012" y="42509"/>
          <a:ext cx="7000174" cy="12103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4590" tIns="0" rIns="264590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100" b="1" kern="1200" dirty="0" err="1"/>
            <a:t>Frontend</a:t>
          </a:r>
          <a:r>
            <a:rPr lang="it-IT" sz="4100" b="1" kern="1200" dirty="0"/>
            <a:t> - </a:t>
          </a:r>
          <a:r>
            <a:rPr lang="it-IT" sz="4100" b="1" kern="1200" dirty="0" err="1"/>
            <a:t>Angular</a:t>
          </a:r>
          <a:endParaRPr lang="en-US" sz="4100" kern="1200" dirty="0"/>
        </a:p>
      </dsp:txBody>
      <dsp:txXfrm>
        <a:off x="559095" y="101592"/>
        <a:ext cx="6882008" cy="10921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748C3E-CE62-4E92-A0FE-1F5548AC9D02}">
      <dsp:nvSpPr>
        <dsp:cNvPr id="0" name=""/>
        <dsp:cNvSpPr/>
      </dsp:nvSpPr>
      <dsp:spPr>
        <a:xfrm>
          <a:off x="0" y="531839"/>
          <a:ext cx="10000249" cy="7560000"/>
        </a:xfrm>
        <a:prstGeom prst="rect">
          <a:avLst/>
        </a:prstGeom>
        <a:solidFill>
          <a:srgbClr val="FFFAEF">
            <a:alpha val="90000"/>
          </a:srgb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130" tIns="624840" rIns="776130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3000" b="1" kern="1200" dirty="0"/>
            <a:t>API REST </a:t>
          </a:r>
          <a:endParaRPr lang="en-US" sz="3000" kern="1200" dirty="0"/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3000" kern="1200"/>
            <a:t>Endpoint per generazione testo AI (/genera)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3000" kern="1200" dirty="0"/>
            <a:t>Gestione documenti: upload, analisi, consultazione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3000" kern="1200" dirty="0"/>
            <a:t>Gestione conversazioni e storico messaggi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it-IT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3000" b="1" kern="1200" dirty="0"/>
            <a:t>Service Pattern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3000" kern="1200"/>
            <a:t>AiService: orchestrazione generazione testo con contesto aziendale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3000" kern="1200"/>
            <a:t>DocumentAnalysisService: OCR e estrazione dati da PDF/immagini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en-US" sz="3000" kern="1200" dirty="0" err="1"/>
            <a:t>AiTextGenerator</a:t>
          </a:r>
          <a:r>
            <a:rPr lang="en-US" sz="3000" kern="1200" dirty="0"/>
            <a:t>: adapter per AWS Bedrock SDK</a:t>
          </a:r>
          <a:endParaRPr lang="it-IT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it-IT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3000" b="1" kern="1200" dirty="0"/>
            <a:t>Active Storage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3000" kern="1200" dirty="0"/>
            <a:t>Gestione upload e storage documenti</a:t>
          </a:r>
        </a:p>
      </dsp:txBody>
      <dsp:txXfrm>
        <a:off x="0" y="531839"/>
        <a:ext cx="10000249" cy="7560000"/>
      </dsp:txXfrm>
    </dsp:sp>
    <dsp:sp modelId="{EF67F11A-FCD0-4E59-A23F-17BCC3FB1182}">
      <dsp:nvSpPr>
        <dsp:cNvPr id="0" name=""/>
        <dsp:cNvSpPr/>
      </dsp:nvSpPr>
      <dsp:spPr>
        <a:xfrm>
          <a:off x="500012" y="89039"/>
          <a:ext cx="7000174" cy="8856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4590" tIns="0" rIns="264590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b="1" kern="1200" dirty="0" err="1"/>
            <a:t>Backend</a:t>
          </a:r>
          <a:r>
            <a:rPr lang="it-IT" sz="3000" b="1" kern="1200" dirty="0"/>
            <a:t> - Ruby on </a:t>
          </a:r>
          <a:r>
            <a:rPr lang="it-IT" sz="3000" b="1" kern="1200" dirty="0" err="1"/>
            <a:t>Rails</a:t>
          </a:r>
          <a:endParaRPr lang="en-US" sz="3000" kern="1200" dirty="0"/>
        </a:p>
      </dsp:txBody>
      <dsp:txXfrm>
        <a:off x="543243" y="132270"/>
        <a:ext cx="6913712" cy="7991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748C3E-CE62-4E92-A0FE-1F5548AC9D02}">
      <dsp:nvSpPr>
        <dsp:cNvPr id="0" name=""/>
        <dsp:cNvSpPr/>
      </dsp:nvSpPr>
      <dsp:spPr>
        <a:xfrm>
          <a:off x="0" y="626339"/>
          <a:ext cx="10000249" cy="7371000"/>
        </a:xfrm>
        <a:prstGeom prst="rect">
          <a:avLst/>
        </a:prstGeom>
        <a:solidFill>
          <a:srgbClr val="FFFAEF">
            <a:alpha val="90000"/>
          </a:srgb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130" tIns="624840" rIns="776130" bIns="21336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3000" b="1" kern="1200" dirty="0"/>
            <a:t>Struttura dati relazionale</a:t>
          </a:r>
          <a:endParaRPr lang="en-US" sz="3000" kern="1200" dirty="0"/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3000" kern="1200"/>
            <a:t>Company: aziende che utilizzano la piattaforma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3000" kern="1200"/>
            <a:t>Conversation + Message: storico conversazioni AI con contesto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3000" kern="1200"/>
            <a:t>Tone: toni comunicativi personalizzati per azienda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3000" kern="1200" dirty="0" err="1"/>
            <a:t>Document</a:t>
          </a:r>
          <a:r>
            <a:rPr lang="it-IT" sz="3000" kern="1200" dirty="0"/>
            <a:t>: metadati documenti con status (</a:t>
          </a:r>
          <a:r>
            <a:rPr lang="it-IT" sz="3000" kern="1200" dirty="0" err="1"/>
            <a:t>pending</a:t>
          </a:r>
          <a:r>
            <a:rPr lang="it-IT" sz="3000" kern="1200" dirty="0"/>
            <a:t>/processing/</a:t>
          </a:r>
          <a:r>
            <a:rPr lang="it-IT" sz="3000" kern="1200" dirty="0" err="1"/>
            <a:t>completed</a:t>
          </a:r>
          <a:r>
            <a:rPr lang="it-IT" sz="3000" kern="1200" dirty="0"/>
            <a:t>)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it-IT" sz="3000" kern="1200" dirty="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3000" b="1" kern="1200" dirty="0"/>
            <a:t>Active Record ORM</a:t>
          </a:r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en-US" sz="3000" kern="1200"/>
            <a:t>Relazioni: Company has_many Documents, Conversations, Tones</a:t>
          </a:r>
          <a:endParaRPr lang="it-IT" sz="3000" kern="1200"/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en-US" sz="3000" kern="1200"/>
            <a:t>Validazioni, enum per status, callbacks lifecycle</a:t>
          </a:r>
          <a:endParaRPr lang="it-IT" sz="3000" kern="1200"/>
        </a:p>
        <a:p>
          <a:pPr marL="571500" lvl="2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3000" kern="1200" dirty="0"/>
            <a:t>JSON </a:t>
          </a:r>
          <a:r>
            <a:rPr lang="it-IT" sz="3000" kern="1200" dirty="0" err="1"/>
            <a:t>column</a:t>
          </a:r>
          <a:r>
            <a:rPr lang="it-IT" sz="3000" kern="1200" dirty="0"/>
            <a:t> (</a:t>
          </a:r>
          <a:r>
            <a:rPr lang="it-IT" sz="3000" kern="1200" dirty="0" err="1"/>
            <a:t>ai_data</a:t>
          </a:r>
          <a:r>
            <a:rPr lang="it-IT" sz="3000" kern="1200" dirty="0"/>
            <a:t>) per salvare dati estratti da </a:t>
          </a:r>
          <a:r>
            <a:rPr lang="it-IT" sz="3000" kern="1200" dirty="0" err="1"/>
            <a:t>Bedrock</a:t>
          </a:r>
          <a:endParaRPr lang="it-IT" sz="3000" kern="1200" dirty="0"/>
        </a:p>
      </dsp:txBody>
      <dsp:txXfrm>
        <a:off x="0" y="626339"/>
        <a:ext cx="10000249" cy="7371000"/>
      </dsp:txXfrm>
    </dsp:sp>
    <dsp:sp modelId="{EF67F11A-FCD0-4E59-A23F-17BCC3FB1182}">
      <dsp:nvSpPr>
        <dsp:cNvPr id="0" name=""/>
        <dsp:cNvSpPr/>
      </dsp:nvSpPr>
      <dsp:spPr>
        <a:xfrm>
          <a:off x="500012" y="183539"/>
          <a:ext cx="7000174" cy="8856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4590" tIns="0" rIns="264590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b="1" kern="1200" dirty="0"/>
            <a:t>Database - </a:t>
          </a:r>
          <a:r>
            <a:rPr lang="it-IT" sz="3000" b="1" kern="1200" dirty="0" err="1"/>
            <a:t>PostgreSQL</a:t>
          </a:r>
          <a:endParaRPr lang="en-US" sz="3000" kern="1200" dirty="0"/>
        </a:p>
      </dsp:txBody>
      <dsp:txXfrm>
        <a:off x="543243" y="226770"/>
        <a:ext cx="6913712" cy="7991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748C3E-CE62-4E92-A0FE-1F5548AC9D02}">
      <dsp:nvSpPr>
        <dsp:cNvPr id="0" name=""/>
        <dsp:cNvSpPr/>
      </dsp:nvSpPr>
      <dsp:spPr>
        <a:xfrm>
          <a:off x="0" y="498089"/>
          <a:ext cx="9906000" cy="8939700"/>
        </a:xfrm>
        <a:prstGeom prst="rect">
          <a:avLst/>
        </a:prstGeom>
        <a:solidFill>
          <a:srgbClr val="FFFAEF">
            <a:alpha val="90000"/>
          </a:srgb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8816" tIns="687324" rIns="768816" bIns="234696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3300" kern="1200" dirty="0">
              <a:solidFill>
                <a:srgbClr val="FF0000"/>
              </a:solidFill>
            </a:rPr>
            <a:t>FLUSSO DATI COMPLETO:</a:t>
          </a:r>
          <a:endParaRPr lang="en-US" sz="3300" kern="1200" dirty="0">
            <a:solidFill>
              <a:srgbClr val="FF0000"/>
            </a:solidFill>
          </a:endParaRP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3300" kern="1200" dirty="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it-IT" sz="3300" b="1" kern="1200" dirty="0"/>
            <a:t>1. </a:t>
          </a:r>
          <a:r>
            <a:rPr lang="it-IT" sz="3300" b="1" kern="1200" dirty="0" err="1"/>
            <a:t>Frontend</a:t>
          </a:r>
          <a:r>
            <a:rPr lang="it-IT" sz="3300" b="1" kern="1200" dirty="0"/>
            <a:t> </a:t>
          </a:r>
          <a:r>
            <a:rPr lang="it-IT" sz="3300" b="1" kern="1200" dirty="0" err="1"/>
            <a:t>Angular</a:t>
          </a:r>
          <a:endParaRPr lang="it-IT" sz="3300" b="1" kern="1200" dirty="0"/>
        </a:p>
        <a:p>
          <a:pPr marL="571500" lvl="2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3300" kern="1200"/>
            <a:t>Interfaccia utente con Angular Material</a:t>
          </a:r>
        </a:p>
        <a:p>
          <a:pPr marL="571500" lvl="2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en-US" sz="3300" kern="1200" dirty="0" err="1"/>
            <a:t>Chiamate</a:t>
          </a:r>
          <a:r>
            <a:rPr lang="en-US" sz="3300" kern="1200" dirty="0"/>
            <a:t> HTTP (</a:t>
          </a:r>
          <a:r>
            <a:rPr lang="en-US" sz="3300" kern="1200" dirty="0" err="1"/>
            <a:t>RxJS</a:t>
          </a:r>
          <a:r>
            <a:rPr lang="en-US" sz="3300" kern="1200" dirty="0"/>
            <a:t>) al backend Rails</a:t>
          </a:r>
          <a:endParaRPr lang="it-IT" sz="3300" kern="1200" dirty="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it-IT" sz="3300" kern="1200" dirty="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it-IT" sz="3300" b="1" kern="1200" dirty="0"/>
            <a:t>2. </a:t>
          </a:r>
          <a:r>
            <a:rPr lang="it-IT" sz="3300" b="1" kern="1200" dirty="0" err="1"/>
            <a:t>Backend</a:t>
          </a:r>
          <a:r>
            <a:rPr lang="it-IT" sz="3300" b="1" kern="1200" dirty="0"/>
            <a:t> </a:t>
          </a:r>
          <a:r>
            <a:rPr lang="it-IT" sz="3300" b="1" kern="1200" dirty="0" err="1"/>
            <a:t>Rails</a:t>
          </a:r>
          <a:r>
            <a:rPr lang="it-IT" sz="3300" b="1" kern="1200" dirty="0"/>
            <a:t> API</a:t>
          </a:r>
        </a:p>
        <a:p>
          <a:pPr marL="571500" lvl="2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3300" kern="1200"/>
            <a:t>Controller gestiscono richieste HTTP</a:t>
          </a:r>
        </a:p>
        <a:p>
          <a:pPr marL="571500" lvl="2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3300" kern="1200"/>
            <a:t>Service orchestrano logica business</a:t>
          </a:r>
        </a:p>
        <a:p>
          <a:pPr marL="571500" lvl="2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3300" kern="1200" dirty="0"/>
            <a:t>Active Record per persistenza su </a:t>
          </a:r>
          <a:r>
            <a:rPr lang="it-IT" sz="3300" kern="1200" dirty="0" err="1"/>
            <a:t>PostgreSQL</a:t>
          </a:r>
          <a:endParaRPr lang="it-IT" sz="3300" kern="1200" dirty="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it-IT" sz="3300" kern="1200" dirty="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it-IT" sz="3300" b="1" kern="1200" dirty="0"/>
            <a:t>3. AI Services</a:t>
          </a:r>
        </a:p>
        <a:p>
          <a:pPr marL="571500" lvl="2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en-US" sz="3300" kern="1200"/>
            <a:t>AiService chiama AWS Bedrock Converse API</a:t>
          </a:r>
          <a:endParaRPr lang="it-IT" sz="3300" kern="1200"/>
        </a:p>
        <a:p>
          <a:pPr marL="571500" lvl="2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–"/>
          </a:pPr>
          <a:r>
            <a:rPr lang="it-IT" sz="3300" kern="1200" dirty="0" err="1"/>
            <a:t>DocumentAnalysisService</a:t>
          </a:r>
          <a:r>
            <a:rPr lang="it-IT" sz="3300" kern="1200" dirty="0"/>
            <a:t> processa documenti</a:t>
          </a:r>
        </a:p>
      </dsp:txBody>
      <dsp:txXfrm>
        <a:off x="0" y="498089"/>
        <a:ext cx="9906000" cy="8939700"/>
      </dsp:txXfrm>
    </dsp:sp>
    <dsp:sp modelId="{EF67F11A-FCD0-4E59-A23F-17BCC3FB1182}">
      <dsp:nvSpPr>
        <dsp:cNvPr id="0" name=""/>
        <dsp:cNvSpPr/>
      </dsp:nvSpPr>
      <dsp:spPr>
        <a:xfrm>
          <a:off x="495300" y="11009"/>
          <a:ext cx="6934200" cy="9741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300" b="1" kern="1200" dirty="0"/>
            <a:t>Architettura del Sistema</a:t>
          </a:r>
          <a:endParaRPr lang="en-US" sz="3300" kern="1200" dirty="0"/>
        </a:p>
      </dsp:txBody>
      <dsp:txXfrm>
        <a:off x="542855" y="58564"/>
        <a:ext cx="6839090" cy="879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12/01/2026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gif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gif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gif"/><Relationship Id="rId3" Type="http://schemas.openxmlformats.org/officeDocument/2006/relationships/diagramLayout" Target="../diagrams/layout3.xml"/><Relationship Id="rId7" Type="http://schemas.openxmlformats.org/officeDocument/2006/relationships/image" Target="../media/image7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gif"/><Relationship Id="rId3" Type="http://schemas.openxmlformats.org/officeDocument/2006/relationships/diagramLayout" Target="../diagrams/layout4.xml"/><Relationship Id="rId7" Type="http://schemas.openxmlformats.org/officeDocument/2006/relationships/image" Target="../media/image8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3.gi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gif"/><Relationship Id="rId3" Type="http://schemas.openxmlformats.org/officeDocument/2006/relationships/diagramLayout" Target="../diagrams/layout5.xml"/><Relationship Id="rId7" Type="http://schemas.openxmlformats.org/officeDocument/2006/relationships/image" Target="../media/image4.gif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3441" y="8020450"/>
            <a:ext cx="2394262" cy="1358721"/>
            <a:chOff x="0" y="-30918"/>
            <a:chExt cx="630588" cy="3578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0588" cy="300703"/>
            </a:xfrm>
            <a:custGeom>
              <a:avLst/>
              <a:gdLst/>
              <a:ahLst/>
              <a:cxnLst/>
              <a:rect l="l" t="t" r="r" b="b"/>
              <a:pathLst>
                <a:path w="630588" h="300703">
                  <a:moveTo>
                    <a:pt x="0" y="0"/>
                  </a:moveTo>
                  <a:lnTo>
                    <a:pt x="630588" y="0"/>
                  </a:lnTo>
                  <a:lnTo>
                    <a:pt x="630588" y="300703"/>
                  </a:lnTo>
                  <a:lnTo>
                    <a:pt x="0" y="300703"/>
                  </a:lnTo>
                  <a:close/>
                </a:path>
              </a:pathLst>
            </a:custGeom>
            <a:solidFill>
              <a:srgbClr val="98C4EC"/>
            </a:soli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0918"/>
              <a:ext cx="630588" cy="357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it-IT" sz="2999" b="1" noProof="0" dirty="0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GRUPPO 4</a:t>
              </a:r>
            </a:p>
            <a:p>
              <a:pPr algn="ctr">
                <a:lnSpc>
                  <a:spcPts val="4199"/>
                </a:lnSpc>
              </a:pPr>
              <a:r>
                <a:rPr lang="it-IT" sz="2999" b="1" noProof="0" dirty="0" err="1">
                  <a:solidFill>
                    <a:srgbClr val="000000"/>
                  </a:solidFill>
                  <a:latin typeface="Neue Montreal Bold"/>
                  <a:ea typeface="Neue Montreal Bold"/>
                  <a:cs typeface="Neue Montreal Bold"/>
                  <a:sym typeface="Neue Montreal Bold"/>
                </a:rPr>
                <a:t>BugBusters</a:t>
              </a:r>
              <a:endParaRPr lang="it-IT" sz="2999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6856440" y="0"/>
            <a:ext cx="1431560" cy="10287000"/>
            <a:chOff x="0" y="0"/>
            <a:chExt cx="377036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7036" cy="2709333"/>
            </a:xfrm>
            <a:custGeom>
              <a:avLst/>
              <a:gdLst/>
              <a:ahLst/>
              <a:cxnLst/>
              <a:rect l="l" t="t" r="r" b="b"/>
              <a:pathLst>
                <a:path w="377036" h="2709333">
                  <a:moveTo>
                    <a:pt x="0" y="0"/>
                  </a:moveTo>
                  <a:lnTo>
                    <a:pt x="377036" y="0"/>
                  </a:lnTo>
                  <a:lnTo>
                    <a:pt x="37703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FF3B4B">
                    <a:alpha val="100000"/>
                  </a:srgbClr>
                </a:gs>
                <a:gs pos="100000">
                  <a:srgbClr val="98C4E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7703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 lang="it-IT" noProof="0" dirty="0"/>
            </a:p>
          </p:txBody>
        </p:sp>
      </p:grpSp>
      <p:sp>
        <p:nvSpPr>
          <p:cNvPr id="8" name="Freeform 8"/>
          <p:cNvSpPr/>
          <p:nvPr/>
        </p:nvSpPr>
        <p:spPr>
          <a:xfrm>
            <a:off x="310726" y="359613"/>
            <a:ext cx="1431560" cy="1484953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371600" y="3987121"/>
            <a:ext cx="14665662" cy="189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9"/>
              </a:lnSpc>
            </a:pPr>
            <a:r>
              <a:rPr lang="it-IT" sz="15999" spc="-959" noProof="0" dirty="0">
                <a:solidFill>
                  <a:srgbClr val="000000"/>
                </a:solidFill>
                <a:latin typeface="Goudy"/>
                <a:ea typeface="Goudy"/>
                <a:cs typeface="Goudy"/>
                <a:sym typeface="Goudy"/>
              </a:rPr>
              <a:t>TECNOLOGIE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60349" y="681623"/>
            <a:ext cx="3272849" cy="95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9"/>
              </a:lnSpc>
            </a:pPr>
            <a:r>
              <a:rPr lang="it-IT" sz="2713" noProof="0" dirty="0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UNIVERSITÁ DEGLI STUDI DI PADOVA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60974" y="8137842"/>
            <a:ext cx="9381636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800" b="1" noProof="0" dirty="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Team:</a:t>
            </a:r>
            <a:r>
              <a:rPr lang="it-IT" sz="28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Alberto Autiero, Marco Favero, Alberto Pignat, Marco Piro, </a:t>
            </a:r>
            <a:r>
              <a:rPr lang="it-IT" sz="28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Linor</a:t>
            </a:r>
            <a:r>
              <a:rPr lang="it-IT" sz="28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  <a:r>
              <a:rPr lang="it-IT" sz="2800" noProof="0" dirty="0" err="1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Sadè</a:t>
            </a:r>
            <a:r>
              <a:rPr lang="it-IT" sz="2800" noProof="0" dirty="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, Leonardo Salviato, Luca Slongo</a:t>
            </a: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75F21F41-09A7-54FF-8F57-7FC200200F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4369" y="7707964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62989" t="67035"/>
          <a:stretch>
            <a:fillRect/>
          </a:stretch>
        </p:blipFill>
        <p:spPr>
          <a:xfrm>
            <a:off x="15813626" y="7962068"/>
            <a:ext cx="2610335" cy="232493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88063" y="0"/>
            <a:ext cx="17566536" cy="2935483"/>
            <a:chOff x="0" y="471724"/>
            <a:chExt cx="23422050" cy="3913976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ctr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1724"/>
              <a:ext cx="23422050" cy="23763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212"/>
                </a:lnSpc>
              </a:pPr>
              <a:r>
                <a:rPr lang="it-IT" sz="9600" dirty="0">
                  <a:latin typeface="Arial" panose="020B0604020202020204" pitchFamily="34" charset="0"/>
                  <a:cs typeface="Arial" panose="020B0604020202020204" pitchFamily="34" charset="0"/>
                </a:rPr>
                <a:t>PANORAMICA</a:t>
              </a:r>
              <a:endParaRPr lang="it-IT" sz="10000" b="1" noProof="0" dirty="0">
                <a:solidFill>
                  <a:srgbClr val="000000"/>
                </a:solidFill>
                <a:latin typeface="Arial" panose="020B0604020202020204" pitchFamily="34" charset="0"/>
                <a:ea typeface="Fredoka"/>
                <a:cs typeface="Arial" panose="020B0604020202020204" pitchFamily="34" charset="0"/>
                <a:sym typeface="Fredoka"/>
              </a:endParaRP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916433" y="2324931"/>
            <a:ext cx="15773400" cy="7837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rPr lang="it-IT" sz="3600">
                <a:latin typeface="Arial" panose="020B0604020202020204" pitchFamily="34" charset="0"/>
                <a:cs typeface="Arial" panose="020B0604020202020204" pitchFamily="34" charset="0"/>
              </a:rPr>
              <a:t>NEXUM è una piattaforma HR (Human Resources)) sviluppata da Eggon in collaborazione </a:t>
            </a:r>
            <a:r>
              <a:rPr lang="it-IT" sz="3600">
                <a:solidFill>
                  <a:srgbClr val="21252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BugBusters (Gruppo 4 del corso di Ingegneria del Software, dell’università degli studi di Padova)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endParaRPr lang="it-IT" sz="3600">
              <a:solidFill>
                <a:srgbClr val="2125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rPr lang="it-IT" sz="3600">
                <a:latin typeface="Arial" panose="020B0604020202020204" pitchFamily="34" charset="0"/>
                <a:cs typeface="Arial" panose="020B0604020202020204" pitchFamily="34" charset="0"/>
              </a:rPr>
              <a:t>Obiettivo: Validare moduli sperimentali basati su AI e data analytics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endParaRPr lang="it-IT" sz="3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  <a:defRPr sz="1800" b="1"/>
            </a:pPr>
            <a:r>
              <a:rPr lang="it-IT" sz="3600">
                <a:latin typeface="Arial" panose="020B0604020202020204" pitchFamily="34" charset="0"/>
                <a:cs typeface="Arial" panose="020B0604020202020204" pitchFamily="34" charset="0"/>
              </a:rPr>
              <a:t>Due ambiti funzionali principali:</a:t>
            </a:r>
          </a:p>
          <a:p>
            <a:pPr lvl="1"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rPr lang="it-IT" sz="3600">
                <a:latin typeface="Arial" panose="020B0604020202020204" pitchFamily="34" charset="0"/>
                <a:cs typeface="Arial" panose="020B0604020202020204" pitchFamily="34" charset="0"/>
              </a:rPr>
              <a:t>1. AI Assistant Generativo</a:t>
            </a:r>
          </a:p>
          <a:p>
            <a:pPr lvl="2"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rPr lang="it-IT" sz="3600">
                <a:latin typeface="Arial" panose="020B0604020202020204" pitchFamily="34" charset="0"/>
                <a:cs typeface="Arial" panose="020B0604020202020204" pitchFamily="34" charset="0"/>
              </a:rPr>
              <a:t>   → Creazione automatizzata di contenuti per comunicazioni interne</a:t>
            </a:r>
          </a:p>
          <a:p>
            <a:pPr lvl="1"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rPr lang="it-IT" sz="3600">
                <a:latin typeface="Arial" panose="020B0604020202020204" pitchFamily="34" charset="0"/>
                <a:cs typeface="Arial" panose="020B0604020202020204" pitchFamily="34" charset="0"/>
              </a:rPr>
              <a:t>2. AI Co-Pilot per Consulenti del Lavoro</a:t>
            </a:r>
          </a:p>
          <a:p>
            <a:pPr lvl="2"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rPr lang="it-IT" sz="3600">
                <a:latin typeface="Arial" panose="020B0604020202020204" pitchFamily="34" charset="0"/>
                <a:cs typeface="Arial" panose="020B0604020202020204" pitchFamily="34" charset="0"/>
              </a:rPr>
              <a:t>   → Riconoscimento, split e dispaccio massivo di documenti (cedolini)</a:t>
            </a:r>
          </a:p>
          <a:p>
            <a:pPr marL="244528" lvl="1">
              <a:lnSpc>
                <a:spcPct val="150000"/>
              </a:lnSpc>
            </a:pPr>
            <a:endParaRPr lang="it-IT" sz="3600" noProof="0" dirty="0">
              <a:solidFill>
                <a:srgbClr val="000000"/>
              </a:solidFill>
              <a:latin typeface="Arial" panose="020B0604020202020204" pitchFamily="34" charset="0"/>
              <a:ea typeface="Overpass"/>
              <a:cs typeface="Arial" panose="020B0604020202020204" pitchFamily="34" charset="0"/>
              <a:sym typeface="Overpas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asellaDiTesto 13">
            <a:extLst>
              <a:ext uri="{FF2B5EF4-FFF2-40B4-BE49-F238E27FC236}">
                <a16:creationId xmlns:a16="http://schemas.microsoft.com/office/drawing/2014/main" id="{545C235C-5885-BA0A-841B-40F05C77D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0522358"/>
              </p:ext>
            </p:extLst>
          </p:nvPr>
        </p:nvGraphicFramePr>
        <p:xfrm>
          <a:off x="7357578" y="1125660"/>
          <a:ext cx="10000249" cy="818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Immagine 22">
            <a:extLst>
              <a:ext uri="{FF2B5EF4-FFF2-40B4-BE49-F238E27FC236}">
                <a16:creationId xmlns:a16="http://schemas.microsoft.com/office/drawing/2014/main" id="{7CDE1A81-03BE-E322-F198-D1B0D8760B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238500"/>
            <a:ext cx="6457904" cy="3390400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D5D0D46D-2CFC-F828-10FA-0979EA1B450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88BE62-2BC6-CBEE-AD11-A8F47AF1DF6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2989" t="67035"/>
          <a:stretch>
            <a:fillRect/>
          </a:stretch>
        </p:blipFill>
        <p:spPr>
          <a:xfrm>
            <a:off x="16755656" y="8801100"/>
            <a:ext cx="1668306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520BD-B8CE-E542-56CD-EA744BBE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asellaDiTesto 13">
            <a:extLst>
              <a:ext uri="{FF2B5EF4-FFF2-40B4-BE49-F238E27FC236}">
                <a16:creationId xmlns:a16="http://schemas.microsoft.com/office/drawing/2014/main" id="{DD340952-3AF3-7B5C-445B-7C27F0D124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405750"/>
              </p:ext>
            </p:extLst>
          </p:nvPr>
        </p:nvGraphicFramePr>
        <p:xfrm>
          <a:off x="7357578" y="1125660"/>
          <a:ext cx="10000249" cy="818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Immagine 22">
            <a:extLst>
              <a:ext uri="{FF2B5EF4-FFF2-40B4-BE49-F238E27FC236}">
                <a16:creationId xmlns:a16="http://schemas.microsoft.com/office/drawing/2014/main" id="{21F5021C-4821-C0AD-5694-DF535DFD60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6800" y="3162300"/>
            <a:ext cx="4085952" cy="4085952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591EC732-6E84-B53E-434E-A52500A8D30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A76188-94FE-B49D-1F59-0C5CFB35B01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2989" t="67035"/>
          <a:stretch>
            <a:fillRect/>
          </a:stretch>
        </p:blipFill>
        <p:spPr>
          <a:xfrm>
            <a:off x="16841210" y="8877300"/>
            <a:ext cx="1582752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406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602B6-6C83-74A3-7D90-F86805C5A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asellaDiTesto 13">
            <a:extLst>
              <a:ext uri="{FF2B5EF4-FFF2-40B4-BE49-F238E27FC236}">
                <a16:creationId xmlns:a16="http://schemas.microsoft.com/office/drawing/2014/main" id="{0DED4B0F-22C3-253F-3825-051DD7972E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7836289"/>
              </p:ext>
            </p:extLst>
          </p:nvPr>
        </p:nvGraphicFramePr>
        <p:xfrm>
          <a:off x="6553200" y="723900"/>
          <a:ext cx="10000249" cy="818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Immagine 22">
            <a:extLst>
              <a:ext uri="{FF2B5EF4-FFF2-40B4-BE49-F238E27FC236}">
                <a16:creationId xmlns:a16="http://schemas.microsoft.com/office/drawing/2014/main" id="{A737506B-688B-1A18-80D6-2BE3C0E1DF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400" y="4533900"/>
            <a:ext cx="4100404" cy="1546052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D151A9AD-F8CD-C4AD-E428-49F353B94B2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C9804D-9F79-D6A5-98DC-5C6B2F53B5C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2989" t="67035"/>
          <a:stretch>
            <a:fillRect/>
          </a:stretch>
        </p:blipFill>
        <p:spPr>
          <a:xfrm>
            <a:off x="15814560" y="7962900"/>
            <a:ext cx="2609402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08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26A1E4-4A23-C80B-D479-A56000DAA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asellaDiTesto 13">
            <a:extLst>
              <a:ext uri="{FF2B5EF4-FFF2-40B4-BE49-F238E27FC236}">
                <a16:creationId xmlns:a16="http://schemas.microsoft.com/office/drawing/2014/main" id="{1D6B63EE-4D46-A2CB-CD47-0CE37A2F3F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6052361"/>
              </p:ext>
            </p:extLst>
          </p:nvPr>
        </p:nvGraphicFramePr>
        <p:xfrm>
          <a:off x="6366624" y="647700"/>
          <a:ext cx="10000249" cy="818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Immagine 22">
            <a:extLst>
              <a:ext uri="{FF2B5EF4-FFF2-40B4-BE49-F238E27FC236}">
                <a16:creationId xmlns:a16="http://schemas.microsoft.com/office/drawing/2014/main" id="{0E2DC916-4A74-2535-DB55-323B51CC636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9509" y="4533900"/>
            <a:ext cx="4009171" cy="1840276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D2874092-EB04-08D6-B4F5-AC7CA84E45A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3E9614-46F3-C6C5-5304-9414053EA12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2989" t="67035"/>
          <a:stretch>
            <a:fillRect/>
          </a:stretch>
        </p:blipFill>
        <p:spPr>
          <a:xfrm>
            <a:off x="15557898" y="7734300"/>
            <a:ext cx="2866064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261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6AFA87-2273-3AAD-0033-ED75FD839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asellaDiTesto 13">
            <a:extLst>
              <a:ext uri="{FF2B5EF4-FFF2-40B4-BE49-F238E27FC236}">
                <a16:creationId xmlns:a16="http://schemas.microsoft.com/office/drawing/2014/main" id="{640970ED-628D-AE11-FABD-CC839C13EF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9347807"/>
              </p:ext>
            </p:extLst>
          </p:nvPr>
        </p:nvGraphicFramePr>
        <p:xfrm>
          <a:off x="4191000" y="419100"/>
          <a:ext cx="9906000" cy="944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3">
            <a:extLst>
              <a:ext uri="{FF2B5EF4-FFF2-40B4-BE49-F238E27FC236}">
                <a16:creationId xmlns:a16="http://schemas.microsoft.com/office/drawing/2014/main" id="{42D218EB-D95B-3679-5021-D2D9BE1A63E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64034" b="46739"/>
          <a:stretch>
            <a:fillRect/>
          </a:stretch>
        </p:blipFill>
        <p:spPr>
          <a:xfrm rot="-5400000" flipH="1">
            <a:off x="796990" y="-796989"/>
            <a:ext cx="3314701" cy="49086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892B0E-B44E-7EF1-17F1-7C620998BE6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2989" t="67035"/>
          <a:stretch>
            <a:fillRect/>
          </a:stretch>
        </p:blipFill>
        <p:spPr>
          <a:xfrm>
            <a:off x="15557898" y="7734300"/>
            <a:ext cx="2866064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29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423</Words>
  <Application>Microsoft Office PowerPoint</Application>
  <PresentationFormat>Personalizzato</PresentationFormat>
  <Paragraphs>67</Paragraphs>
  <Slides>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7" baseType="lpstr">
      <vt:lpstr>Goudy</vt:lpstr>
      <vt:lpstr>Calibri</vt:lpstr>
      <vt:lpstr>Tenor Sans</vt:lpstr>
      <vt:lpstr>Arial</vt:lpstr>
      <vt:lpstr>Aptos</vt:lpstr>
      <vt:lpstr>Wingdings</vt:lpstr>
      <vt:lpstr>Neue Montreal</vt:lpstr>
      <vt:lpstr>Neue Montreal Bold</vt:lpstr>
      <vt:lpstr>Overpass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cp:lastModifiedBy>Alberto Autiero</cp:lastModifiedBy>
  <cp:revision>55</cp:revision>
  <dcterms:created xsi:type="dcterms:W3CDTF">2006-08-16T00:00:00Z</dcterms:created>
  <dcterms:modified xsi:type="dcterms:W3CDTF">2026-01-12T11:13:46Z</dcterms:modified>
  <dc:identifier>DAG2oYW1E2g</dc:identifier>
</cp:coreProperties>
</file>