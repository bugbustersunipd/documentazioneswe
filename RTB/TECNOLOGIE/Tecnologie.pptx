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AWS </a:t>
          </a:r>
          <a:r>
            <a:rPr lang="it-IT" b="1" dirty="0" err="1"/>
            <a:t>Bedrock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dirty="0"/>
            <a:t>Modello Amazon Nova Lite v1 per generazione testo e OCR</a:t>
          </a:r>
          <a:endParaRPr lang="en-US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2DCD9DDB-175E-4941-A9CC-3968777E9C33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A660DBE3-BFC0-4334-BC1B-24BBEAA4886C}" type="sibTrans" cxnId="{45BADC90-1BEB-4E18-8E43-4B5414B02C6A}">
      <dgm:prSet/>
      <dgm:spPr/>
      <dgm:t>
        <a:bodyPr/>
        <a:lstStyle/>
        <a:p>
          <a:endParaRPr lang="it-IT"/>
        </a:p>
      </dgm:t>
    </dgm:pt>
    <dgm:pt modelId="{D20D7FDE-0E23-409C-9D26-4E8D3B54159C}" type="parTrans" cxnId="{45BADC90-1BEB-4E18-8E43-4B5414B02C6A}">
      <dgm:prSet/>
      <dgm:spPr/>
      <dgm:t>
        <a:bodyPr/>
        <a:lstStyle/>
        <a:p>
          <a:endParaRPr lang="it-IT"/>
        </a:p>
      </dgm:t>
    </dgm:pt>
    <dgm:pt modelId="{BA6B229E-3562-42CB-9BDE-9840C2EAABCE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b="1" dirty="0"/>
            <a:t>• AI Assistant Generativo</a:t>
          </a:r>
          <a:endParaRPr lang="en-US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F15A7613-7F13-47AE-9A9D-531FF89E08C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Converse API per generazione testo conversazionale</a:t>
          </a:r>
        </a:p>
      </dgm:t>
    </dgm:pt>
    <dgm:pt modelId="{0E80079A-E7C8-46D2-BA7D-0810DEEB2641}" type="sibTrans" cxnId="{34B5FE1C-7742-4652-9590-D783F8DC8A91}">
      <dgm:prSet/>
      <dgm:spPr/>
      <dgm:t>
        <a:bodyPr/>
        <a:lstStyle/>
        <a:p>
          <a:endParaRPr lang="it-IT"/>
        </a:p>
      </dgm:t>
    </dgm:pt>
    <dgm:pt modelId="{560ADEAD-12A3-42A1-9F06-6A4A9970C65A}" type="parTrans" cxnId="{34B5FE1C-7742-4652-9590-D783F8DC8A91}">
      <dgm:prSet/>
      <dgm:spPr/>
      <dgm:t>
        <a:bodyPr/>
        <a:lstStyle/>
        <a:p>
          <a:endParaRPr lang="it-IT"/>
        </a:p>
      </dgm:t>
    </dgm:pt>
    <dgm:pt modelId="{5F703E27-194A-43A3-A380-2A9162B72DC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System prompt personalizzato con descrizione azienda e tono</a:t>
          </a:r>
        </a:p>
      </dgm:t>
    </dgm:pt>
    <dgm:pt modelId="{05CA66E2-1DEC-499C-AE8F-EB8522F352AC}" type="sibTrans" cxnId="{0810B2E6-C343-4CF5-8A38-64BDF85435AE}">
      <dgm:prSet/>
      <dgm:spPr/>
      <dgm:t>
        <a:bodyPr/>
        <a:lstStyle/>
        <a:p>
          <a:endParaRPr lang="it-IT"/>
        </a:p>
      </dgm:t>
    </dgm:pt>
    <dgm:pt modelId="{5F8A755E-B426-489F-954E-6CF0608EF997}" type="parTrans" cxnId="{0810B2E6-C343-4CF5-8A38-64BDF85435AE}">
      <dgm:prSet/>
      <dgm:spPr/>
      <dgm:t>
        <a:bodyPr/>
        <a:lstStyle/>
        <a:p>
          <a:endParaRPr lang="it-IT"/>
        </a:p>
      </dgm:t>
    </dgm:pt>
    <dgm:pt modelId="{573BEE00-17A1-4930-80DA-675220DF42B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Mantenimento contesto conversazione multi-turn</a:t>
          </a:r>
        </a:p>
      </dgm:t>
    </dgm:pt>
    <dgm:pt modelId="{8904A72F-E509-44A7-9B2E-77549312C72A}" type="sibTrans" cxnId="{35202EAC-5F14-4E39-974C-FC904AF867BE}">
      <dgm:prSet/>
      <dgm:spPr/>
      <dgm:t>
        <a:bodyPr/>
        <a:lstStyle/>
        <a:p>
          <a:endParaRPr lang="it-IT"/>
        </a:p>
      </dgm:t>
    </dgm:pt>
    <dgm:pt modelId="{777DB149-DFF9-40F7-8E7B-FA60BEF58FD0}" type="parTrans" cxnId="{35202EAC-5F14-4E39-974C-FC904AF867BE}">
      <dgm:prSet/>
      <dgm:spPr/>
      <dgm:t>
        <a:bodyPr/>
        <a:lstStyle/>
        <a:p>
          <a:endParaRPr lang="it-IT"/>
        </a:p>
      </dgm:t>
    </dgm:pt>
    <dgm:pt modelId="{61458097-4C77-42A6-8D32-882C1B18DF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Generazione comunicazioni interne</a:t>
          </a:r>
        </a:p>
      </dgm:t>
    </dgm:pt>
    <dgm:pt modelId="{050C9686-ED79-41D7-97FE-2F109DE1A019}" type="sibTrans" cxnId="{E65CA12A-36A9-4F19-A445-FD1547CACE82}">
      <dgm:prSet/>
      <dgm:spPr/>
      <dgm:t>
        <a:bodyPr/>
        <a:lstStyle/>
        <a:p>
          <a:endParaRPr lang="it-IT"/>
        </a:p>
      </dgm:t>
    </dgm:pt>
    <dgm:pt modelId="{90240338-094A-4F35-9570-F3E3DD0398FC}" type="parTrans" cxnId="{E65CA12A-36A9-4F19-A445-FD1547CACE82}">
      <dgm:prSet/>
      <dgm:spPr/>
      <dgm:t>
        <a:bodyPr/>
        <a:lstStyle/>
        <a:p>
          <a:endParaRPr lang="it-IT"/>
        </a:p>
      </dgm:t>
    </dgm:pt>
    <dgm:pt modelId="{1679F55E-D649-48B2-9C4B-76263E62DB8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6D13BF0E-16AE-4192-AED0-F6BE07135CC9}" type="sibTrans" cxnId="{87052C59-8C24-46BF-849D-B24A39398259}">
      <dgm:prSet/>
      <dgm:spPr/>
      <dgm:t>
        <a:bodyPr/>
        <a:lstStyle/>
        <a:p>
          <a:endParaRPr lang="it-IT"/>
        </a:p>
      </dgm:t>
    </dgm:pt>
    <dgm:pt modelId="{7D2F7EFB-3D8E-46E8-B901-1AF738F4CE41}" type="parTrans" cxnId="{87052C59-8C24-46BF-849D-B24A39398259}">
      <dgm:prSet/>
      <dgm:spPr/>
      <dgm:t>
        <a:bodyPr/>
        <a:lstStyle/>
        <a:p>
          <a:endParaRPr lang="it-IT"/>
        </a:p>
      </dgm:t>
    </dgm:pt>
    <dgm:pt modelId="{7316C1D6-5ECD-48F9-B1A0-54E3D68E01A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AI Co-Pilot </a:t>
          </a:r>
          <a:r>
            <a:rPr lang="it-IT" b="1" dirty="0" err="1"/>
            <a:t>Document</a:t>
          </a:r>
          <a:r>
            <a:rPr lang="it-IT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OCR e analisi documenti (PDF, PNG, JPEG)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Estrazione dati strutturati: tipo documento, dipendente, importo, date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Output JSON validato per split e dispaccio automatico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26964" custLinFactNeighborY="26467">
        <dgm:presLayoutVars>
          <dgm:bulletEnabled val="1"/>
        </dgm:presLayoutVars>
      </dgm:prSet>
      <dgm:spPr/>
    </dgm:pt>
  </dgm:ptLst>
  <dgm:cxnLst>
    <dgm:cxn modelId="{2A270F06-6AE0-4AE2-8251-CC80407F0F76}" type="presOf" srcId="{FB7856FD-14F6-497F-A96F-439DE861ECA4}" destId="{8A748C3E-CE62-4E92-A0FE-1F5548AC9D02}" srcOrd="0" destOrd="0" presId="urn:microsoft.com/office/officeart/2005/8/layout/list1"/>
    <dgm:cxn modelId="{854A3A06-D304-4DF2-804D-CBCD835EE301}" srcId="{EE76E364-6A46-492A-9FD7-63C775ADA808}" destId="{7316C1D6-5ECD-48F9-B1A0-54E3D68E01A3}" srcOrd="4" destOrd="0" parTransId="{91CBBFC0-E109-45E8-AE61-AE718F4BCCE2}" sibTransId="{F262D59A-314C-42C3-882C-D827C4AB90C3}"/>
    <dgm:cxn modelId="{820B0608-61EF-4448-ACAC-A1FD73EC44C5}" type="presOf" srcId="{EE76E364-6A46-492A-9FD7-63C775ADA808}" destId="{0E75AC4A-956D-493C-A82B-572CF3B1603B}" srcOrd="0" destOrd="0" presId="urn:microsoft.com/office/officeart/2005/8/layout/list1"/>
    <dgm:cxn modelId="{84456A0F-5AE2-488D-A8D5-EE9F60F6E51F}" type="presOf" srcId="{2DCD9DDB-175E-4941-A9CC-3968777E9C33}" destId="{8A748C3E-CE62-4E92-A0FE-1F5548AC9D02}" srcOrd="0" destOrd="1" presId="urn:microsoft.com/office/officeart/2005/8/layout/list1"/>
    <dgm:cxn modelId="{34B5FE1C-7742-4652-9590-D783F8DC8A91}" srcId="{BA6B229E-3562-42CB-9BDE-9840C2EAABCE}" destId="{F15A7613-7F13-47AE-9A9D-531FF89E08C9}" srcOrd="0" destOrd="0" parTransId="{560ADEAD-12A3-42A1-9F06-6A4A9970C65A}" sibTransId="{0E80079A-E7C8-46D2-BA7D-0810DEEB2641}"/>
    <dgm:cxn modelId="{E65CA12A-36A9-4F19-A445-FD1547CACE82}" srcId="{BA6B229E-3562-42CB-9BDE-9840C2EAABCE}" destId="{61458097-4C77-42A6-8D32-882C1B18DFCC}" srcOrd="3" destOrd="0" parTransId="{90240338-094A-4F35-9570-F3E3DD0398FC}" sibTransId="{050C9686-ED79-41D7-97FE-2F109DE1A019}"/>
    <dgm:cxn modelId="{EC00DE42-10F8-4885-B700-1B3CDE89098C}" type="presOf" srcId="{BA6B229E-3562-42CB-9BDE-9840C2EAABCE}" destId="{8A748C3E-CE62-4E92-A0FE-1F5548AC9D02}" srcOrd="0" destOrd="2" presId="urn:microsoft.com/office/officeart/2005/8/layout/list1"/>
    <dgm:cxn modelId="{20413846-249F-4E5D-9D7F-CC0E76057FAC}" type="presOf" srcId="{573BEE00-17A1-4930-80DA-675220DF42B6}" destId="{8A748C3E-CE62-4E92-A0FE-1F5548AC9D02}" srcOrd="0" destOrd="5" presId="urn:microsoft.com/office/officeart/2005/8/layout/list1"/>
    <dgm:cxn modelId="{39637C4A-677F-47CB-825B-D8F1C2923F5C}" type="presOf" srcId="{7316C1D6-5ECD-48F9-B1A0-54E3D68E01A3}" destId="{8A748C3E-CE62-4E92-A0FE-1F5548AC9D02}" srcOrd="0" destOrd="8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6AA96252-4617-4C08-8FF2-7098BA23B694}" type="presOf" srcId="{1679F55E-D649-48B2-9C4B-76263E62DB87}" destId="{8A748C3E-CE62-4E92-A0FE-1F5548AC9D02}" srcOrd="0" destOrd="7" presId="urn:microsoft.com/office/officeart/2005/8/layout/list1"/>
    <dgm:cxn modelId="{148AF175-59E1-44CA-B663-939A813C060F}" type="presOf" srcId="{343EF0D1-E565-4655-813A-A0BAB2E4951B}" destId="{8A748C3E-CE62-4E92-A0FE-1F5548AC9D02}" srcOrd="0" destOrd="11" presId="urn:microsoft.com/office/officeart/2005/8/layout/list1"/>
    <dgm:cxn modelId="{87052C59-8C24-46BF-849D-B24A39398259}" srcId="{EE76E364-6A46-492A-9FD7-63C775ADA808}" destId="{1679F55E-D649-48B2-9C4B-76263E62DB87}" srcOrd="3" destOrd="0" parTransId="{7D2F7EFB-3D8E-46E8-B901-1AF738F4CE41}" sibTransId="{6D13BF0E-16AE-4192-AED0-F6BE07135CC9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44F1437F-C746-4481-9ADB-1CB2CD734DE5}" type="presOf" srcId="{EE76E364-6A46-492A-9FD7-63C775ADA808}" destId="{EF67F11A-FCD0-4E59-A23F-17BCC3FB1182}" srcOrd="1" destOrd="0" presId="urn:microsoft.com/office/officeart/2005/8/layout/list1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45BADC90-1BEB-4E18-8E43-4B5414B02C6A}" srcId="{EE76E364-6A46-492A-9FD7-63C775ADA808}" destId="{2DCD9DDB-175E-4941-A9CC-3968777E9C33}" srcOrd="1" destOrd="0" parTransId="{D20D7FDE-0E23-409C-9D26-4E8D3B54159C}" sibTransId="{A660DBE3-BFC0-4334-BC1B-24BBEAA4886C}"/>
    <dgm:cxn modelId="{D5EDF6A6-8802-4D34-8932-6452933E4646}" type="presOf" srcId="{872B9824-DA74-4B40-B6F5-B5162C203468}" destId="{8A748C3E-CE62-4E92-A0FE-1F5548AC9D02}" srcOrd="0" destOrd="9" presId="urn:microsoft.com/office/officeart/2005/8/layout/list1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35202EAC-5F14-4E39-974C-FC904AF867BE}" srcId="{BA6B229E-3562-42CB-9BDE-9840C2EAABCE}" destId="{573BEE00-17A1-4930-80DA-675220DF42B6}" srcOrd="2" destOrd="0" parTransId="{777DB149-DFF9-40F7-8E7B-FA60BEF58FD0}" sibTransId="{8904A72F-E509-44A7-9B2E-77549312C72A}"/>
    <dgm:cxn modelId="{AACD3FB9-8F13-4D26-8A56-879B25B1E89E}" type="presOf" srcId="{B89087CC-4968-4D9D-9400-D9BAF44B38F0}" destId="{8A748C3E-CE62-4E92-A0FE-1F5548AC9D02}" srcOrd="0" destOrd="10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CD10DCE2-5952-4248-BC38-B732392C23A5}" type="presOf" srcId="{F15A7613-7F13-47AE-9A9D-531FF89E08C9}" destId="{8A748C3E-CE62-4E92-A0FE-1F5548AC9D02}" srcOrd="0" destOrd="3" presId="urn:microsoft.com/office/officeart/2005/8/layout/list1"/>
    <dgm:cxn modelId="{0810B2E6-C343-4CF5-8A38-64BDF85435AE}" srcId="{BA6B229E-3562-42CB-9BDE-9840C2EAABCE}" destId="{5F703E27-194A-43A3-A380-2A9162B72DC2}" srcOrd="1" destOrd="0" parTransId="{5F8A755E-B426-489F-954E-6CF0608EF997}" sibTransId="{05CA66E2-1DEC-499C-AE8F-EB8522F352AC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0B6FFFEC-36D1-4559-8EF6-AB2121C6B9EF}" type="presOf" srcId="{5F703E27-194A-43A3-A380-2A9162B72DC2}" destId="{8A748C3E-CE62-4E92-A0FE-1F5548AC9D02}" srcOrd="0" destOrd="4" presId="urn:microsoft.com/office/officeart/2005/8/layout/list1"/>
    <dgm:cxn modelId="{023355FF-EB37-4CA0-9956-B0F7DCAA3F57}" type="presOf" srcId="{61458097-4C77-42A6-8D32-882C1B18DFCC}" destId="{8A748C3E-CE62-4E92-A0FE-1F5548AC9D02}" srcOrd="0" destOrd="6" presId="urn:microsoft.com/office/officeart/2005/8/layout/list1"/>
    <dgm:cxn modelId="{3DF822E8-82B6-403D-8F70-687BE16F89F8}" type="presParOf" srcId="{529C8736-509C-426A-B1AF-D9FE39FB5B28}" destId="{8BC7EA25-256B-410A-8E19-CC15A19D412A}" srcOrd="0" destOrd="0" presId="urn:microsoft.com/office/officeart/2005/8/layout/list1"/>
    <dgm:cxn modelId="{B01720AC-BA89-4B9D-8EF6-202BAF999D3A}" type="presParOf" srcId="{8BC7EA25-256B-410A-8E19-CC15A19D412A}" destId="{0E75AC4A-956D-493C-A82B-572CF3B1603B}" srcOrd="0" destOrd="0" presId="urn:microsoft.com/office/officeart/2005/8/layout/list1"/>
    <dgm:cxn modelId="{1F994049-92C7-4DA1-B7AE-5EB22743947C}" type="presParOf" srcId="{8BC7EA25-256B-410A-8E19-CC15A19D412A}" destId="{EF67F11A-FCD0-4E59-A23F-17BCC3FB1182}" srcOrd="1" destOrd="0" presId="urn:microsoft.com/office/officeart/2005/8/layout/list1"/>
    <dgm:cxn modelId="{B019D997-1CC2-4B50-91BB-8AD70ECA9F38}" type="presParOf" srcId="{529C8736-509C-426A-B1AF-D9FE39FB5B28}" destId="{E84E3A97-5D14-4C15-B06F-E00215B154CE}" srcOrd="1" destOrd="0" presId="urn:microsoft.com/office/officeart/2005/8/layout/list1"/>
    <dgm:cxn modelId="{4BD1268F-9F9E-46C2-AD3B-342BE0982D81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Struttura dati relazionale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Company: aziende che utilizzano la piattaforma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408BA750-0FA9-43D6-9570-FC03D29B357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Conversation + Message: storico conversazioni AI con contesto</a:t>
          </a:r>
        </a:p>
      </dgm:t>
    </dgm:pt>
    <dgm:pt modelId="{F268AC99-4CE0-47BA-9E2A-585B5B0674FA}" type="parTrans" cxnId="{1DD30A87-2D39-4C6A-B397-FBDBFECE6FE7}">
      <dgm:prSet/>
      <dgm:spPr/>
      <dgm:t>
        <a:bodyPr/>
        <a:lstStyle/>
        <a:p>
          <a:endParaRPr lang="it-IT"/>
        </a:p>
      </dgm:t>
    </dgm:pt>
    <dgm:pt modelId="{9A3E9596-29FE-48AA-810B-729B79CA1295}" type="sibTrans" cxnId="{1DD30A87-2D39-4C6A-B397-FBDBFECE6FE7}">
      <dgm:prSet/>
      <dgm:spPr/>
      <dgm:t>
        <a:bodyPr/>
        <a:lstStyle/>
        <a:p>
          <a:endParaRPr lang="it-IT"/>
        </a:p>
      </dgm:t>
    </dgm:pt>
    <dgm:pt modelId="{5FDB182A-1DEE-44D7-BFED-BBF945EE62C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Tone: toni comunicativi personalizzati per azienda</a:t>
          </a:r>
        </a:p>
      </dgm:t>
    </dgm:pt>
    <dgm:pt modelId="{153A0FBC-C140-4356-8583-2D0BF651200B}" type="parTrans" cxnId="{6BF2D5D0-E18E-4BCB-B6D0-F34ACE3C880C}">
      <dgm:prSet/>
      <dgm:spPr/>
      <dgm:t>
        <a:bodyPr/>
        <a:lstStyle/>
        <a:p>
          <a:endParaRPr lang="it-IT"/>
        </a:p>
      </dgm:t>
    </dgm:pt>
    <dgm:pt modelId="{BBA2B99B-BDFA-4A8E-8555-F07CD7C8A06B}" type="sibTrans" cxnId="{6BF2D5D0-E18E-4BCB-B6D0-F34ACE3C880C}">
      <dgm:prSet/>
      <dgm:spPr/>
      <dgm:t>
        <a:bodyPr/>
        <a:lstStyle/>
        <a:p>
          <a:endParaRPr lang="it-IT"/>
        </a:p>
      </dgm:t>
    </dgm:pt>
    <dgm:pt modelId="{2002B1BF-C305-46F1-9A72-54F7C946E18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</a:t>
          </a:r>
          <a:r>
            <a:rPr lang="it-IT" dirty="0"/>
            <a:t>: metadati documenti con status (</a:t>
          </a:r>
          <a:r>
            <a:rPr lang="it-IT" dirty="0" err="1"/>
            <a:t>pending</a:t>
          </a:r>
          <a:r>
            <a:rPr lang="it-IT" dirty="0"/>
            <a:t>/processing/</a:t>
          </a:r>
          <a:r>
            <a:rPr lang="it-IT" dirty="0" err="1"/>
            <a:t>completed</a:t>
          </a:r>
          <a:r>
            <a:rPr lang="it-IT" dirty="0"/>
            <a:t>)</a:t>
          </a:r>
        </a:p>
      </dgm:t>
    </dgm:pt>
    <dgm:pt modelId="{A07200E9-F459-4499-9625-95D6F1E16479}" type="parTrans" cxnId="{24BAC226-2B67-4D2C-AF64-512D2E4C11FC}">
      <dgm:prSet/>
      <dgm:spPr/>
      <dgm:t>
        <a:bodyPr/>
        <a:lstStyle/>
        <a:p>
          <a:endParaRPr lang="it-IT"/>
        </a:p>
      </dgm:t>
    </dgm:pt>
    <dgm:pt modelId="{2264891B-C779-4212-854F-6CF8129FC93B}" type="sibTrans" cxnId="{24BAC226-2B67-4D2C-AF64-512D2E4C11FC}">
      <dgm:prSet/>
      <dgm:spPr/>
      <dgm:t>
        <a:bodyPr/>
        <a:lstStyle/>
        <a:p>
          <a:endParaRPr lang="it-IT"/>
        </a:p>
      </dgm:t>
    </dgm:pt>
    <dgm:pt modelId="{75760154-6F25-4950-89B9-9CF9FC7549C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Record ORM</a:t>
          </a:r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5045A031-9788-493D-B27E-67F1986B68B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Relazioni: Company has_many Documents, Conversations, Tones</a:t>
          </a:r>
          <a:endParaRPr lang="it-IT"/>
        </a:p>
      </dgm:t>
    </dgm:pt>
    <dgm:pt modelId="{532C06C4-FE9B-4EAC-B031-20C229257888}" type="parTrans" cxnId="{1FB8C610-6432-4AF1-8C99-B5A34E7E6A85}">
      <dgm:prSet/>
      <dgm:spPr/>
      <dgm:t>
        <a:bodyPr/>
        <a:lstStyle/>
        <a:p>
          <a:endParaRPr lang="it-IT"/>
        </a:p>
      </dgm:t>
    </dgm:pt>
    <dgm:pt modelId="{F6E2A9B9-B621-4170-AC4B-AB4079A318BF}" type="sibTrans" cxnId="{1FB8C610-6432-4AF1-8C99-B5A34E7E6A85}">
      <dgm:prSet/>
      <dgm:spPr/>
      <dgm:t>
        <a:bodyPr/>
        <a:lstStyle/>
        <a:p>
          <a:endParaRPr lang="it-IT"/>
        </a:p>
      </dgm:t>
    </dgm:pt>
    <dgm:pt modelId="{5C5C5E19-B2D2-468A-A936-7BF37E9F8C7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Validazioni, enum per status, callbacks lifecycle</a:t>
          </a:r>
          <a:endParaRPr lang="it-IT"/>
        </a:p>
      </dgm:t>
    </dgm:pt>
    <dgm:pt modelId="{0B004B41-3091-4786-9AE7-32ACED007C14}" type="parTrans" cxnId="{EB7EBDDE-F976-4F14-9E0A-3B6356EDFD93}">
      <dgm:prSet/>
      <dgm:spPr/>
      <dgm:t>
        <a:bodyPr/>
        <a:lstStyle/>
        <a:p>
          <a:endParaRPr lang="it-IT"/>
        </a:p>
      </dgm:t>
    </dgm:pt>
    <dgm:pt modelId="{8CC2B502-BCB2-4D1C-AD2F-EFB1F4362593}" type="sibTrans" cxnId="{EB7EBDDE-F976-4F14-9E0A-3B6356EDFD93}">
      <dgm:prSet/>
      <dgm:spPr/>
      <dgm:t>
        <a:bodyPr/>
        <a:lstStyle/>
        <a:p>
          <a:endParaRPr lang="it-IT"/>
        </a:p>
      </dgm:t>
    </dgm:pt>
    <dgm:pt modelId="{DBCB3B09-439F-4866-90C4-B949EECCBE4E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JSON </a:t>
          </a:r>
          <a:r>
            <a:rPr lang="it-IT" dirty="0" err="1"/>
            <a:t>column</a:t>
          </a:r>
          <a:r>
            <a:rPr lang="it-IT" dirty="0"/>
            <a:t> (</a:t>
          </a:r>
          <a:r>
            <a:rPr lang="it-IT" dirty="0" err="1"/>
            <a:t>ai_data</a:t>
          </a:r>
          <a:r>
            <a:rPr lang="it-IT" dirty="0"/>
            <a:t>) per salvare dati estratti da </a:t>
          </a:r>
          <a:r>
            <a:rPr lang="it-IT" dirty="0" err="1"/>
            <a:t>Bedrock</a:t>
          </a:r>
          <a:endParaRPr lang="it-IT" dirty="0"/>
        </a:p>
      </dgm:t>
    </dgm:pt>
    <dgm:pt modelId="{80A1B53E-2029-490F-B4C5-72C474F8A936}" type="parTrans" cxnId="{DAEA42DE-A81C-41B3-B45C-E0F7E86C2608}">
      <dgm:prSet/>
      <dgm:spPr/>
      <dgm:t>
        <a:bodyPr/>
        <a:lstStyle/>
        <a:p>
          <a:endParaRPr lang="it-IT"/>
        </a:p>
      </dgm:t>
    </dgm:pt>
    <dgm:pt modelId="{F8014117-ADF5-4381-A03D-00DBD689B22A}" type="sibTrans" cxnId="{DAEA42DE-A81C-41B3-B45C-E0F7E86C2608}">
      <dgm:prSet/>
      <dgm:spPr/>
      <dgm:t>
        <a:bodyPr/>
        <a:lstStyle/>
        <a:p>
          <a:endParaRPr lang="it-IT"/>
        </a:p>
      </dgm:t>
    </dgm:pt>
    <dgm:pt modelId="{F8EFD2C1-0F92-46D0-B280-438E38B47423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1FB8C610-6432-4AF1-8C99-B5A34E7E6A85}" srcId="{75760154-6F25-4950-89B9-9CF9FC7549C3}" destId="{5045A031-9788-493D-B27E-67F1986B68B7}" srcOrd="0" destOrd="0" parTransId="{532C06C4-FE9B-4EAC-B031-20C229257888}" sibTransId="{F6E2A9B9-B621-4170-AC4B-AB4079A318BF}"/>
    <dgm:cxn modelId="{CFEBE311-F2F4-48AE-8755-C2D0422F7F96}" type="presOf" srcId="{52FB12EC-3A86-437D-8162-C9740689D435}" destId="{8A748C3E-CE62-4E92-A0FE-1F5548AC9D02}" srcOrd="0" destOrd="1" presId="urn:microsoft.com/office/officeart/2005/8/layout/list1"/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24BAC226-2B67-4D2C-AF64-512D2E4C11FC}" srcId="{FB7856FD-14F6-497F-A96F-439DE861ECA4}" destId="{2002B1BF-C305-46F1-9A72-54F7C946E189}" srcOrd="3" destOrd="0" parTransId="{A07200E9-F459-4499-9625-95D6F1E16479}" sibTransId="{2264891B-C779-4212-854F-6CF8129FC93B}"/>
    <dgm:cxn modelId="{DBE0AE33-2290-4E80-9BC8-8A42CD542C2A}" type="presOf" srcId="{408BA750-0FA9-43D6-9570-FC03D29B357C}" destId="{8A748C3E-CE62-4E92-A0FE-1F5548AC9D02}" srcOrd="0" destOrd="2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8A89695B-86B2-4592-B9C9-6143CA1338E3}" type="presOf" srcId="{5FDB182A-1DEE-44D7-BFED-BBF945EE62CB}" destId="{8A748C3E-CE62-4E92-A0FE-1F5548AC9D02}" srcOrd="0" destOrd="3" presId="urn:microsoft.com/office/officeart/2005/8/layout/list1"/>
    <dgm:cxn modelId="{EEDAF446-C98D-48BA-A5AC-0923FEB5A3F9}" type="presOf" srcId="{5045A031-9788-493D-B27E-67F1986B68B7}" destId="{8A748C3E-CE62-4E92-A0FE-1F5548AC9D02}" srcOrd="0" destOrd="7" presId="urn:microsoft.com/office/officeart/2005/8/layout/list1"/>
    <dgm:cxn modelId="{0BC9C054-3597-4B1B-BFC2-AB844C29AAC9}" type="presOf" srcId="{F8EFD2C1-0F92-46D0-B280-438E38B47423}" destId="{8A748C3E-CE62-4E92-A0FE-1F5548AC9D02}" srcOrd="0" destOrd="5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1DD30A87-2D39-4C6A-B397-FBDBFECE6FE7}" srcId="{FB7856FD-14F6-497F-A96F-439DE861ECA4}" destId="{408BA750-0FA9-43D6-9570-FC03D29B357C}" srcOrd="1" destOrd="0" parTransId="{F268AC99-4CE0-47BA-9E2A-585B5B0674FA}" sibTransId="{9A3E9596-29FE-48AA-810B-729B79CA1295}"/>
    <dgm:cxn modelId="{1F326F96-74B2-4E35-AD0B-367E588DABA4}" type="presOf" srcId="{5C5C5E19-B2D2-468A-A936-7BF37E9F8C73}" destId="{8A748C3E-CE62-4E92-A0FE-1F5548AC9D02}" srcOrd="0" destOrd="8" presId="urn:microsoft.com/office/officeart/2005/8/layout/list1"/>
    <dgm:cxn modelId="{57E6E7A2-8B84-40E9-A2BC-9F929492C7AC}" type="presOf" srcId="{75760154-6F25-4950-89B9-9CF9FC7549C3}" destId="{8A748C3E-CE62-4E92-A0FE-1F5548AC9D02}" srcOrd="0" destOrd="6" presId="urn:microsoft.com/office/officeart/2005/8/layout/list1"/>
    <dgm:cxn modelId="{E47CEAC2-60B6-4369-8E67-C27CD02C2B87}" type="presOf" srcId="{2002B1BF-C305-46F1-9A72-54F7C946E189}" destId="{8A748C3E-CE62-4E92-A0FE-1F5548AC9D02}" srcOrd="0" destOrd="4" presId="urn:microsoft.com/office/officeart/2005/8/layout/list1"/>
    <dgm:cxn modelId="{6BF2D5D0-E18E-4BCB-B6D0-F34ACE3C880C}" srcId="{FB7856FD-14F6-497F-A96F-439DE861ECA4}" destId="{5FDB182A-1DEE-44D7-BFED-BBF945EE62CB}" srcOrd="2" destOrd="0" parTransId="{153A0FBC-C140-4356-8583-2D0BF651200B}" sibTransId="{BBA2B99B-BDFA-4A8E-8555-F07CD7C8A06B}"/>
    <dgm:cxn modelId="{DAEA42DE-A81C-41B3-B45C-E0F7E86C2608}" srcId="{75760154-6F25-4950-89B9-9CF9FC7549C3}" destId="{DBCB3B09-439F-4866-90C4-B949EECCBE4E}" srcOrd="2" destOrd="0" parTransId="{80A1B53E-2029-490F-B4C5-72C474F8A936}" sibTransId="{F8014117-ADF5-4381-A03D-00DBD689B22A}"/>
    <dgm:cxn modelId="{EB7EBDDE-F976-4F14-9E0A-3B6356EDFD93}" srcId="{75760154-6F25-4950-89B9-9CF9FC7549C3}" destId="{5C5C5E19-B2D2-468A-A936-7BF37E9F8C73}" srcOrd="1" destOrd="0" parTransId="{0B004B41-3091-4786-9AE7-32ACED007C14}" sibTransId="{8CC2B502-BCB2-4D1C-AD2F-EFB1F4362593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5F8F92EB-50B5-44AD-B1FF-47D707FDF7B2}" type="presOf" srcId="{FB7856FD-14F6-497F-A96F-439DE861ECA4}" destId="{8A748C3E-CE62-4E92-A0FE-1F5548AC9D02}" srcOrd="0" destOrd="0" presId="urn:microsoft.com/office/officeart/2005/8/layout/list1"/>
    <dgm:cxn modelId="{904D3CEE-C5A1-4473-8793-0292B67E613D}" type="presOf" srcId="{DBCB3B09-439F-4866-90C4-B949EECCBE4E}" destId="{8A748C3E-CE62-4E92-A0FE-1F5548AC9D02}" srcOrd="0" destOrd="9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6C348AF7-C2E8-4FA3-9C14-67012269D77B}" type="presOf" srcId="{EE76E364-6A46-492A-9FD7-63C775ADA808}" destId="{EF67F11A-FCD0-4E59-A23F-17BCC3FB1182}" srcOrd="1" destOrd="0" presId="urn:microsoft.com/office/officeart/2005/8/layout/list1"/>
    <dgm:cxn modelId="{788CE9F8-7388-45A5-8222-B04CD3855CFC}" type="presOf" srcId="{EE76E364-6A46-492A-9FD7-63C775ADA808}" destId="{0E75AC4A-956D-493C-A82B-572CF3B1603B}" srcOrd="0" destOrd="0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CB6F8F2B-A478-4BA2-A44A-534C24A7F190}" type="presParOf" srcId="{529C8736-509C-426A-B1AF-D9FE39FB5B28}" destId="{8BC7EA25-256B-410A-8E19-CC15A19D412A}" srcOrd="0" destOrd="0" presId="urn:microsoft.com/office/officeart/2005/8/layout/list1"/>
    <dgm:cxn modelId="{BE58CEBB-4F1B-4A04-94DE-6B7B71E004F0}" type="presParOf" srcId="{8BC7EA25-256B-410A-8E19-CC15A19D412A}" destId="{0E75AC4A-956D-493C-A82B-572CF3B1603B}" srcOrd="0" destOrd="0" presId="urn:microsoft.com/office/officeart/2005/8/layout/list1"/>
    <dgm:cxn modelId="{BB2B70D8-6937-462B-BC87-D942C36A8F52}" type="presParOf" srcId="{8BC7EA25-256B-410A-8E19-CC15A19D412A}" destId="{EF67F11A-FCD0-4E59-A23F-17BCC3FB1182}" srcOrd="1" destOrd="0" presId="urn:microsoft.com/office/officeart/2005/8/layout/list1"/>
    <dgm:cxn modelId="{0276A569-F1D8-4B2A-9825-33EB0A54231B}" type="presParOf" srcId="{529C8736-509C-426A-B1AF-D9FE39FB5B28}" destId="{E84E3A97-5D14-4C15-B06F-E00215B154CE}" srcOrd="1" destOrd="0" presId="urn:microsoft.com/office/officeart/2005/8/layout/list1"/>
    <dgm:cxn modelId="{3027F928-B6B9-4AAC-9558-9471D0B9895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99031"/>
          <a:ext cx="4698999" cy="4145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5" tIns="291592" rIns="36469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kern="1200" dirty="0"/>
            <a:t>Modello Amazon Nova Lite v1 per generazione testo e OCR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400" b="1" kern="1200" dirty="0"/>
            <a:t>• AI Assistant Generativo</a:t>
          </a:r>
          <a:endParaRPr lang="en-US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Converse API per generazione testo conversazionale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System prompt personalizzato con descrizione azienda e tono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Mantenimento contesto conversazione multi-turn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Generazione comunicazioni interne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AI Co-Pilot </a:t>
          </a:r>
          <a:r>
            <a:rPr lang="it-IT" sz="1400" b="1" kern="1200" dirty="0" err="1"/>
            <a:t>Document</a:t>
          </a:r>
          <a:r>
            <a:rPr lang="it-IT" sz="1400" b="1" kern="1200" dirty="0"/>
            <a:t> Analysis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OCR e analisi documenti (PDF, PNG, JPEG)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Estrazione dati strutturati: tipo documento, dipendente, importo, date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Output JSON validato per split e dispaccio automatico</a:t>
          </a:r>
        </a:p>
      </dsp:txBody>
      <dsp:txXfrm>
        <a:off x="0" y="399031"/>
        <a:ext cx="4698999" cy="4145400"/>
      </dsp:txXfrm>
    </dsp:sp>
    <dsp:sp modelId="{EF67F11A-FCD0-4E59-A23F-17BCC3FB1182}">
      <dsp:nvSpPr>
        <dsp:cNvPr id="0" name=""/>
        <dsp:cNvSpPr/>
      </dsp:nvSpPr>
      <dsp:spPr>
        <a:xfrm>
          <a:off x="234949" y="137699"/>
          <a:ext cx="3289299" cy="413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/>
            <a:t>AWS </a:t>
          </a:r>
          <a:r>
            <a:rPr lang="it-IT" sz="1400" b="1" kern="1200" dirty="0" err="1"/>
            <a:t>Bedrock</a:t>
          </a:r>
          <a:endParaRPr lang="en-US" sz="1400" kern="1200" dirty="0"/>
        </a:p>
      </dsp:txBody>
      <dsp:txXfrm>
        <a:off x="255124" y="157874"/>
        <a:ext cx="3248949" cy="3729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84974"/>
          <a:ext cx="4682021" cy="416745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437388" rIns="36337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100" b="1" kern="1200" dirty="0"/>
            <a:t> Framework principale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Per dashboard amministrativa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Componenti modulari: AI Assistant, AI Co-Pilot, Analytics, Storico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2100" b="1" kern="1200" dirty="0"/>
            <a:t>• </a:t>
          </a:r>
          <a:r>
            <a:rPr lang="it-IT" sz="2100" b="1" kern="1200" dirty="0" err="1"/>
            <a:t>RxJS</a:t>
          </a:r>
          <a:r>
            <a:rPr lang="it-IT" sz="2100" b="1" kern="1200" dirty="0"/>
            <a:t> 7.8.0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Gestione asincrona chiamate API al </a:t>
          </a:r>
          <a:r>
            <a:rPr lang="it-IT" sz="2100" kern="1200" dirty="0" err="1"/>
            <a:t>backend</a:t>
          </a:r>
          <a:endParaRPr lang="it-IT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Polling per status documenti in analisi</a:t>
          </a:r>
        </a:p>
      </dsp:txBody>
      <dsp:txXfrm>
        <a:off x="0" y="384974"/>
        <a:ext cx="4682021" cy="4167450"/>
      </dsp:txXfrm>
    </dsp:sp>
    <dsp:sp modelId="{EF67F11A-FCD0-4E59-A23F-17BCC3FB1182}">
      <dsp:nvSpPr>
        <dsp:cNvPr id="0" name=""/>
        <dsp:cNvSpPr/>
      </dsp:nvSpPr>
      <dsp:spPr>
        <a:xfrm>
          <a:off x="234101" y="75014"/>
          <a:ext cx="3277415" cy="6199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b="1" kern="1200" dirty="0" err="1"/>
            <a:t>Frontend</a:t>
          </a:r>
          <a:r>
            <a:rPr lang="it-IT" sz="2100" b="1" kern="1200" dirty="0"/>
            <a:t> - </a:t>
          </a:r>
          <a:r>
            <a:rPr lang="it-IT" sz="2100" b="1" kern="1200" dirty="0" err="1"/>
            <a:t>Angular</a:t>
          </a:r>
          <a:endParaRPr lang="en-US" sz="2100" kern="1200" dirty="0"/>
        </a:p>
      </dsp:txBody>
      <dsp:txXfrm>
        <a:off x="264363" y="105276"/>
        <a:ext cx="3216891" cy="5593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484260"/>
          <a:ext cx="3154679" cy="3704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4838" tIns="249936" rIns="244838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200" b="1" kern="1200" dirty="0"/>
            <a:t>API REST </a:t>
          </a:r>
          <a:endParaRPr lang="en-US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/>
            <a:t>Endpoint per generazione testo AI (/genera)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 dirty="0"/>
            <a:t>Gestione documenti: upload, analisi, consultazione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 dirty="0"/>
            <a:t>Gestione conversazioni e storico messaggi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200" b="1" kern="1200" dirty="0"/>
            <a:t>Service Pattern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/>
            <a:t>AiService: orchestrazione generazione testo con contesto aziendale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/>
            <a:t>DocumentAnalysisService: OCR e estrazione dati da PDF/immagini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200" kern="1200" dirty="0" err="1"/>
            <a:t>AiTextGenerator</a:t>
          </a:r>
          <a:r>
            <a:rPr lang="en-US" sz="1200" kern="1200" dirty="0"/>
            <a:t>: adapter per AWS Bedrock SDK</a:t>
          </a:r>
          <a:endParaRPr lang="it-IT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200" b="1" kern="1200" dirty="0"/>
            <a:t>Active Storage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 dirty="0"/>
            <a:t>Gestione upload e storage documenti</a:t>
          </a:r>
        </a:p>
      </dsp:txBody>
      <dsp:txXfrm>
        <a:off x="0" y="484260"/>
        <a:ext cx="3154679" cy="3704400"/>
      </dsp:txXfrm>
    </dsp:sp>
    <dsp:sp modelId="{EF67F11A-FCD0-4E59-A23F-17BCC3FB1182}">
      <dsp:nvSpPr>
        <dsp:cNvPr id="0" name=""/>
        <dsp:cNvSpPr/>
      </dsp:nvSpPr>
      <dsp:spPr>
        <a:xfrm>
          <a:off x="157733" y="307140"/>
          <a:ext cx="2208275" cy="3542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468" tIns="0" rIns="83468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200" b="1" kern="1200" dirty="0" err="1"/>
            <a:t>Backend</a:t>
          </a:r>
          <a:r>
            <a:rPr lang="it-IT" sz="1200" b="1" kern="1200" dirty="0"/>
            <a:t> - Ruby on </a:t>
          </a:r>
          <a:r>
            <a:rPr lang="it-IT" sz="1200" b="1" kern="1200" dirty="0" err="1"/>
            <a:t>Rails</a:t>
          </a:r>
          <a:endParaRPr lang="en-US" sz="1200" kern="1200" dirty="0"/>
        </a:p>
      </dsp:txBody>
      <dsp:txXfrm>
        <a:off x="175026" y="324433"/>
        <a:ext cx="2173689" cy="31965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78239"/>
          <a:ext cx="3124199" cy="39312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2473" tIns="270764" rIns="242473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b="1" kern="1200" dirty="0"/>
            <a:t>Struttura dati relazionale</a:t>
          </a:r>
          <a:endParaRPr lang="en-US" sz="1300" kern="1200" dirty="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/>
            <a:t>Company: aziende che utilizzano la piattaforma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/>
            <a:t>Conversation + Message: storico conversazioni AI con contesto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/>
            <a:t>Tone: toni comunicativi personalizzati per azienda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 dirty="0" err="1"/>
            <a:t>Document</a:t>
          </a:r>
          <a:r>
            <a:rPr lang="it-IT" sz="1300" kern="1200" dirty="0"/>
            <a:t>: metadati documenti con status (</a:t>
          </a:r>
          <a:r>
            <a:rPr lang="it-IT" sz="1300" kern="1200" dirty="0" err="1"/>
            <a:t>pending</a:t>
          </a:r>
          <a:r>
            <a:rPr lang="it-IT" sz="1300" kern="1200" dirty="0"/>
            <a:t>/processing/</a:t>
          </a:r>
          <a:r>
            <a:rPr lang="it-IT" sz="1300" kern="1200" dirty="0" err="1"/>
            <a:t>completed</a:t>
          </a:r>
          <a:r>
            <a:rPr lang="it-IT" sz="1300" kern="1200" dirty="0"/>
            <a:t>)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300" b="1" kern="1200" dirty="0"/>
            <a:t>Active Record ORM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300" kern="1200"/>
            <a:t>Relazioni: Company has_many Documents, Conversations, Tones</a:t>
          </a:r>
          <a:endParaRPr lang="it-IT" sz="1300" kern="120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300" kern="1200"/>
            <a:t>Validazioni, enum per status, callbacks lifecycle</a:t>
          </a:r>
          <a:endParaRPr lang="it-IT" sz="1300" kern="120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 dirty="0"/>
            <a:t>JSON </a:t>
          </a:r>
          <a:r>
            <a:rPr lang="it-IT" sz="1300" kern="1200" dirty="0" err="1"/>
            <a:t>column</a:t>
          </a:r>
          <a:r>
            <a:rPr lang="it-IT" sz="1300" kern="1200" dirty="0"/>
            <a:t> (</a:t>
          </a:r>
          <a:r>
            <a:rPr lang="it-IT" sz="1300" kern="1200" dirty="0" err="1"/>
            <a:t>ai_data</a:t>
          </a:r>
          <a:r>
            <a:rPr lang="it-IT" sz="1300" kern="1200" dirty="0"/>
            <a:t>) per salvare dati estratti da </a:t>
          </a:r>
          <a:r>
            <a:rPr lang="it-IT" sz="1300" kern="1200" dirty="0" err="1"/>
            <a:t>Bedrock</a:t>
          </a:r>
          <a:endParaRPr lang="it-IT" sz="1300" kern="1200" dirty="0"/>
        </a:p>
      </dsp:txBody>
      <dsp:txXfrm>
        <a:off x="0" y="378239"/>
        <a:ext cx="3124199" cy="3931200"/>
      </dsp:txXfrm>
    </dsp:sp>
    <dsp:sp modelId="{EF67F11A-FCD0-4E59-A23F-17BCC3FB1182}">
      <dsp:nvSpPr>
        <dsp:cNvPr id="0" name=""/>
        <dsp:cNvSpPr/>
      </dsp:nvSpPr>
      <dsp:spPr>
        <a:xfrm>
          <a:off x="156209" y="186359"/>
          <a:ext cx="2186939" cy="3837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661" tIns="0" rIns="82661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Database - </a:t>
          </a:r>
          <a:r>
            <a:rPr lang="it-IT" sz="1300" b="1" kern="1200" dirty="0" err="1"/>
            <a:t>PostgreSQL</a:t>
          </a:r>
          <a:endParaRPr lang="en-US" sz="1300" kern="1200" dirty="0"/>
        </a:p>
      </dsp:txBody>
      <dsp:txXfrm>
        <a:off x="174943" y="205093"/>
        <a:ext cx="2149471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13" Type="http://schemas.microsoft.com/office/2007/relationships/diagramDrawing" Target="../diagrams/drawing2.xml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diagramQuickStyle" Target="../diagrams/quickStyle2.xml"/><Relationship Id="rId5" Type="http://schemas.openxmlformats.org/officeDocument/2006/relationships/diagramColors" Target="../diagrams/colors1.xml"/><Relationship Id="rId15" Type="http://schemas.openxmlformats.org/officeDocument/2006/relationships/image" Target="../media/image4.gif"/><Relationship Id="rId10" Type="http://schemas.openxmlformats.org/officeDocument/2006/relationships/diagramLayout" Target="../diagrams/layout2.xml"/><Relationship Id="rId4" Type="http://schemas.openxmlformats.org/officeDocument/2006/relationships/diagramQuickStyle" Target="../diagrams/quickStyle1.xml"/><Relationship Id="rId9" Type="http://schemas.openxmlformats.org/officeDocument/2006/relationships/diagramData" Target="../diagrams/data2.xml"/><Relationship Id="rId1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13" Type="http://schemas.microsoft.com/office/2007/relationships/diagramDrawing" Target="../diagrams/drawing4.xml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12" Type="http://schemas.openxmlformats.org/officeDocument/2006/relationships/diagramColors" Target="../diagrams/colors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11" Type="http://schemas.openxmlformats.org/officeDocument/2006/relationships/diagramQuickStyle" Target="../diagrams/quickStyle4.xml"/><Relationship Id="rId5" Type="http://schemas.openxmlformats.org/officeDocument/2006/relationships/diagramColors" Target="../diagrams/colors3.xml"/><Relationship Id="rId15" Type="http://schemas.openxmlformats.org/officeDocument/2006/relationships/image" Target="../media/image4.gif"/><Relationship Id="rId10" Type="http://schemas.openxmlformats.org/officeDocument/2006/relationships/diagramLayout" Target="../diagrams/layout4.xml"/><Relationship Id="rId4" Type="http://schemas.openxmlformats.org/officeDocument/2006/relationships/diagramQuickStyle" Target="../diagrams/quickStyle3.xml"/><Relationship Id="rId9" Type="http://schemas.openxmlformats.org/officeDocument/2006/relationships/diagramData" Target="../diagrams/data4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8290" y="290091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545C235C-5885-BA0A-841B-40F05C77D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3166265"/>
              </p:ext>
            </p:extLst>
          </p:nvPr>
        </p:nvGraphicFramePr>
        <p:xfrm>
          <a:off x="6273802" y="374040"/>
          <a:ext cx="4698999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7CDE1A81-03BE-E322-F198-D1B0D8760B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" y="1181100"/>
            <a:ext cx="5079999" cy="266700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4215777"/>
              </p:ext>
            </p:extLst>
          </p:nvPr>
        </p:nvGraphicFramePr>
        <p:xfrm>
          <a:off x="6290779" y="5410200"/>
          <a:ext cx="4682022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89208" y="6438901"/>
            <a:ext cx="2311181" cy="2311181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5295323"/>
              </p:ext>
            </p:extLst>
          </p:nvPr>
        </p:nvGraphicFramePr>
        <p:xfrm>
          <a:off x="8503921" y="419100"/>
          <a:ext cx="3154679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7773" y="2037864"/>
            <a:ext cx="3456358" cy="1303215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4401661"/>
              </p:ext>
            </p:extLst>
          </p:nvPr>
        </p:nvGraphicFramePr>
        <p:xfrm>
          <a:off x="8534401" y="5224389"/>
          <a:ext cx="3124199" cy="4495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33600" y="6405488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372</Words>
  <Application>Microsoft Office PowerPoint</Application>
  <PresentationFormat>Personalizzato</PresentationFormat>
  <Paragraphs>58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Arial</vt:lpstr>
      <vt:lpstr>Neue Montreal Bold</vt:lpstr>
      <vt:lpstr>Calibri</vt:lpstr>
      <vt:lpstr>Wingdings</vt:lpstr>
      <vt:lpstr>Goudy</vt:lpstr>
      <vt:lpstr>Aptos</vt:lpstr>
      <vt:lpstr>Tenor Sans</vt:lpstr>
      <vt:lpstr>Neue Montreal</vt:lpstr>
      <vt:lpstr>Overpass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66</cp:revision>
  <dcterms:created xsi:type="dcterms:W3CDTF">2006-08-16T00:00:00Z</dcterms:created>
  <dcterms:modified xsi:type="dcterms:W3CDTF">2026-02-08T10:20:20Z</dcterms:modified>
  <dc:identifier>DAG2oYW1E2g</dc:identifier>
</cp:coreProperties>
</file>