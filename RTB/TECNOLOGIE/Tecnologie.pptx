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23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EA4C9FAE-8632-437A-94BC-F7324DD6761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b="1" dirty="0" err="1"/>
            <a:t>RxJS</a:t>
          </a:r>
          <a:r>
            <a:rPr lang="it-IT" sz="2200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 custT="1"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sz="2200" dirty="0"/>
            <a:t> Gestione asincrona chiamate API al </a:t>
          </a:r>
          <a:r>
            <a:rPr lang="it-IT" sz="2200" dirty="0" err="1"/>
            <a:t>backend</a:t>
          </a:r>
          <a:endParaRPr lang="it-IT" sz="2200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 custT="1"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sz="2200" dirty="0"/>
            <a:t> </a:t>
          </a:r>
          <a:r>
            <a:rPr lang="it-IT" sz="2200" b="1" dirty="0"/>
            <a:t>Polling</a:t>
          </a:r>
          <a:r>
            <a:rPr lang="it-IT" sz="2200" dirty="0"/>
            <a:t> per i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81C5FAF5-7969-428F-9168-FEA62E83FEE0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dirty="0"/>
            <a:t>architettura </a:t>
          </a:r>
          <a:r>
            <a:rPr lang="it-IT" sz="2200" b="1" dirty="0"/>
            <a:t>SPA</a:t>
          </a:r>
          <a:r>
            <a:rPr lang="it-IT" sz="2200" dirty="0"/>
            <a:t> basata su </a:t>
          </a:r>
          <a:r>
            <a:rPr lang="it-IT" sz="2200" b="1" dirty="0" err="1"/>
            <a:t>Angular</a:t>
          </a:r>
          <a:r>
            <a:rPr lang="it-IT" sz="2200" b="1" dirty="0"/>
            <a:t> Router</a:t>
          </a:r>
          <a:endParaRPr lang="en-US" sz="2200" b="1" dirty="0"/>
        </a:p>
      </dgm:t>
    </dgm:pt>
    <dgm:pt modelId="{F85420F4-2BF4-48A2-BC52-21EE60C7088A}" type="parTrans" cxnId="{248A3716-A158-479A-925B-4FBEDA81A7A4}">
      <dgm:prSet/>
      <dgm:spPr/>
      <dgm:t>
        <a:bodyPr/>
        <a:lstStyle/>
        <a:p>
          <a:endParaRPr lang="it-IT"/>
        </a:p>
      </dgm:t>
    </dgm:pt>
    <dgm:pt modelId="{76ECC8FB-B797-4F4E-8993-577D9FE42A74}" type="sibTrans" cxnId="{248A3716-A158-479A-925B-4FBEDA81A7A4}">
      <dgm:prSet/>
      <dgm:spPr/>
      <dgm:t>
        <a:bodyPr/>
        <a:lstStyle/>
        <a:p>
          <a:endParaRPr lang="it-IT"/>
        </a:p>
      </dgm:t>
    </dgm:pt>
    <dgm:pt modelId="{147F1B68-2F1B-4E54-A64E-FDF57E94FBA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dirty="0"/>
            <a:t>Gestione delle dipendenze usando  </a:t>
          </a:r>
          <a:r>
            <a:rPr lang="it-IT" sz="2200" dirty="0" err="1"/>
            <a:t>inject</a:t>
          </a:r>
          <a:r>
            <a:rPr lang="it-IT" sz="2200" dirty="0"/>
            <a:t>() per una </a:t>
          </a:r>
          <a:r>
            <a:rPr lang="it-IT" sz="2200" b="1" dirty="0"/>
            <a:t>DI</a:t>
          </a:r>
          <a:r>
            <a:rPr lang="it-IT" sz="2200" dirty="0"/>
            <a:t> più pulita</a:t>
          </a:r>
        </a:p>
      </dgm:t>
    </dgm:pt>
    <dgm:pt modelId="{BB5E3B85-D782-4999-882E-B3E92E827653}" type="parTrans" cxnId="{EDA2B0A6-6285-42C8-ACD6-A0ED11956F63}">
      <dgm:prSet/>
      <dgm:spPr/>
      <dgm:t>
        <a:bodyPr/>
        <a:lstStyle/>
        <a:p>
          <a:endParaRPr lang="it-IT"/>
        </a:p>
      </dgm:t>
    </dgm:pt>
    <dgm:pt modelId="{7A783848-5787-4168-A501-C8A8796F4A23}" type="sibTrans" cxnId="{EDA2B0A6-6285-42C8-ACD6-A0ED11956F63}">
      <dgm:prSet/>
      <dgm:spPr/>
      <dgm:t>
        <a:bodyPr/>
        <a:lstStyle/>
        <a:p>
          <a:endParaRPr lang="it-IT"/>
        </a:p>
      </dgm:t>
    </dgm:pt>
    <dgm:pt modelId="{BCA671DB-9D16-4302-B7A8-56BF6E3543A9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Progettazione in </a:t>
          </a:r>
          <a:r>
            <a:rPr lang="en-US" sz="2200" b="1" dirty="0"/>
            <a:t>Components, </a:t>
          </a:r>
          <a:r>
            <a:rPr lang="en-US" sz="2200" b="0" dirty="0" err="1"/>
            <a:t>ognuno</a:t>
          </a:r>
          <a:r>
            <a:rPr lang="en-US" sz="2200" b="0" dirty="0"/>
            <a:t> </a:t>
          </a:r>
          <a:r>
            <a:rPr lang="en-US" sz="2200" b="0" dirty="0" err="1"/>
            <a:t>definisce</a:t>
          </a:r>
          <a:r>
            <a:rPr lang="en-US" sz="2200" b="0" dirty="0"/>
            <a:t> </a:t>
          </a:r>
          <a:r>
            <a:rPr lang="en-US" sz="2200" dirty="0" err="1"/>
            <a:t>una</a:t>
          </a:r>
          <a:r>
            <a:rPr lang="en-US" sz="2200" dirty="0"/>
            <a:t> </a:t>
          </a:r>
          <a:r>
            <a:rPr lang="en-US" sz="2200" dirty="0" err="1"/>
            <a:t>singola</a:t>
          </a:r>
          <a:r>
            <a:rPr lang="en-US" sz="2200" dirty="0"/>
            <a:t> </a:t>
          </a:r>
          <a:r>
            <a:rPr lang="en-US" sz="2200" dirty="0" err="1"/>
            <a:t>pagina</a:t>
          </a:r>
          <a:r>
            <a:rPr lang="en-US" sz="2200" dirty="0"/>
            <a:t>: es. </a:t>
          </a:r>
          <a:r>
            <a:rPr lang="it-IT" sz="2200" b="0" dirty="0" err="1"/>
            <a:t>AiAssistant</a:t>
          </a:r>
          <a:r>
            <a:rPr lang="en-US" sz="2200" dirty="0"/>
            <a:t>, </a:t>
          </a:r>
          <a:r>
            <a:rPr lang="it-IT" sz="2200" b="0" dirty="0" err="1"/>
            <a:t>AiCopilot</a:t>
          </a:r>
          <a:endParaRPr lang="en-US" sz="2200" dirty="0"/>
        </a:p>
      </dgm:t>
    </dgm:pt>
    <dgm:pt modelId="{E2DB0A18-721A-4D89-AC8F-ECFB539A4977}" type="parTrans" cxnId="{AF834E48-FD81-433D-B1B2-2CCD7D74765A}">
      <dgm:prSet/>
      <dgm:spPr/>
      <dgm:t>
        <a:bodyPr/>
        <a:lstStyle/>
        <a:p>
          <a:endParaRPr lang="it-IT"/>
        </a:p>
      </dgm:t>
    </dgm:pt>
    <dgm:pt modelId="{EC660C46-8325-4A10-8E43-5BBCD693556D}" type="sibTrans" cxnId="{AF834E48-FD81-433D-B1B2-2CCD7D74765A}">
      <dgm:prSet/>
      <dgm:spPr/>
      <dgm:t>
        <a:bodyPr/>
        <a:lstStyle/>
        <a:p>
          <a:endParaRPr lang="it-IT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200" b="1" dirty="0" err="1"/>
            <a:t>Frontend</a:t>
          </a:r>
          <a:r>
            <a:rPr lang="it-IT" sz="2200" b="1" dirty="0"/>
            <a:t> - </a:t>
          </a:r>
          <a:r>
            <a:rPr lang="it-IT" sz="2200" b="1" dirty="0" err="1"/>
            <a:t>Angular</a:t>
          </a:r>
          <a:endParaRPr lang="en-US" sz="2200" dirty="0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E81EBE7F-1B29-4F3B-9D90-F27A5F52A4F7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sz="2200" b="1" dirty="0" err="1"/>
            <a:t>Angular</a:t>
          </a:r>
          <a:r>
            <a:rPr lang="it-IT" sz="2200" b="1" dirty="0"/>
            <a:t> (v21) su ambiente Node.js v24</a:t>
          </a:r>
          <a:endParaRPr lang="en-US" sz="2200" dirty="0"/>
        </a:p>
      </dgm:t>
    </dgm:pt>
    <dgm:pt modelId="{901F6192-51CD-49F4-8A54-859AB828A347}" type="parTrans" cxnId="{8C265198-3772-4E2A-AD6C-ABEF95119153}">
      <dgm:prSet/>
      <dgm:spPr/>
      <dgm:t>
        <a:bodyPr/>
        <a:lstStyle/>
        <a:p>
          <a:endParaRPr lang="it-IT"/>
        </a:p>
      </dgm:t>
    </dgm:pt>
    <dgm:pt modelId="{3D557813-893F-4AAA-9A58-5F46E98736F6}" type="sibTrans" cxnId="{8C265198-3772-4E2A-AD6C-ABEF95119153}">
      <dgm:prSet/>
      <dgm:spPr/>
      <dgm:t>
        <a:bodyPr/>
        <a:lstStyle/>
        <a:p>
          <a:endParaRPr lang="it-IT"/>
        </a:p>
      </dgm:t>
    </dgm:pt>
    <dgm:pt modelId="{47035833-554B-4E51-989B-BBBA7CB2F1B2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2200" b="0" dirty="0" err="1"/>
            <a:t>Scelta</a:t>
          </a:r>
          <a:r>
            <a:rPr lang="en-US" sz="2200" b="0" dirty="0"/>
            <a:t> di </a:t>
          </a:r>
          <a:r>
            <a:rPr lang="en-US" sz="2200" b="1" dirty="0"/>
            <a:t>Angular Vs React:</a:t>
          </a:r>
          <a:endParaRPr lang="en-US" sz="2200" dirty="0"/>
        </a:p>
      </dgm:t>
    </dgm:pt>
    <dgm:pt modelId="{90EBB25F-9B48-4B19-B9EE-674C6F7D6E33}" type="parTrans" cxnId="{C4653128-9530-4777-A348-542D422C2F4C}">
      <dgm:prSet/>
      <dgm:spPr/>
      <dgm:t>
        <a:bodyPr/>
        <a:lstStyle/>
        <a:p>
          <a:endParaRPr lang="it-IT"/>
        </a:p>
      </dgm:t>
    </dgm:pt>
    <dgm:pt modelId="{D685D6C1-2BC9-402B-BD46-4FA2EE1F5CC1}" type="sibTrans" cxnId="{C4653128-9530-4777-A348-542D422C2F4C}">
      <dgm:prSet/>
      <dgm:spPr/>
      <dgm:t>
        <a:bodyPr/>
        <a:lstStyle/>
        <a:p>
          <a:endParaRPr lang="it-IT"/>
        </a:p>
      </dgm:t>
    </dgm:pt>
    <dgm:pt modelId="{9D2878A0-3308-49D9-9E8B-BB7B16C5666C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Framework vs </a:t>
          </a:r>
          <a:r>
            <a:rPr lang="en-US" sz="2200" dirty="0" err="1"/>
            <a:t>libreria</a:t>
          </a:r>
          <a:endParaRPr lang="en-US" sz="2200" dirty="0"/>
        </a:p>
      </dgm:t>
    </dgm:pt>
    <dgm:pt modelId="{2C603990-4AF4-4301-850D-F66262D359B2}" type="parTrans" cxnId="{AEF394F9-D7FB-464B-AFA5-C5B843046B96}">
      <dgm:prSet/>
      <dgm:spPr/>
      <dgm:t>
        <a:bodyPr/>
        <a:lstStyle/>
        <a:p>
          <a:endParaRPr lang="it-IT"/>
        </a:p>
      </dgm:t>
    </dgm:pt>
    <dgm:pt modelId="{BDB38DF0-81C7-4A1C-BFE2-56278E86F3DB}" type="sibTrans" cxnId="{AEF394F9-D7FB-464B-AFA5-C5B843046B96}">
      <dgm:prSet/>
      <dgm:spPr/>
      <dgm:t>
        <a:bodyPr/>
        <a:lstStyle/>
        <a:p>
          <a:endParaRPr lang="it-IT"/>
        </a:p>
      </dgm:t>
    </dgm:pt>
    <dgm:pt modelId="{3ACFCC25-7784-4356-B8DF-A35CF2CC5237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2 </a:t>
          </a:r>
          <a:r>
            <a:rPr lang="en-US" sz="2200" dirty="0" err="1"/>
            <a:t>classi</a:t>
          </a:r>
          <a:r>
            <a:rPr lang="en-US" sz="2200" dirty="0"/>
            <a:t> di Servizi: </a:t>
          </a:r>
          <a:r>
            <a:rPr lang="it-IT" sz="2200" b="0" dirty="0" err="1"/>
            <a:t>ConversationsService</a:t>
          </a:r>
          <a:r>
            <a:rPr lang="it-IT" sz="2200" b="0" dirty="0"/>
            <a:t>, </a:t>
          </a:r>
          <a:r>
            <a:rPr lang="it-IT" sz="2200" b="0" dirty="0" err="1"/>
            <a:t>DocumentsService</a:t>
          </a:r>
          <a:endParaRPr lang="en-US" sz="2200" dirty="0"/>
        </a:p>
      </dgm:t>
    </dgm:pt>
    <dgm:pt modelId="{1FFA7EC9-892D-4681-A9B1-5FE3969C5613}" type="parTrans" cxnId="{157AD865-39E9-4394-AD26-FA162D902D24}">
      <dgm:prSet/>
      <dgm:spPr/>
      <dgm:t>
        <a:bodyPr/>
        <a:lstStyle/>
        <a:p>
          <a:endParaRPr lang="it-IT"/>
        </a:p>
      </dgm:t>
    </dgm:pt>
    <dgm:pt modelId="{423D80BF-E726-4A72-8017-67F8D9F24CD1}" type="sibTrans" cxnId="{157AD865-39E9-4394-AD26-FA162D902D24}">
      <dgm:prSet/>
      <dgm:spPr/>
      <dgm:t>
        <a:bodyPr/>
        <a:lstStyle/>
        <a:p>
          <a:endParaRPr lang="it-IT"/>
        </a:p>
      </dgm:t>
    </dgm:pt>
    <dgm:pt modelId="{3083C0AC-5FAE-4A98-AD65-B00E46317EAA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2200" b="1" dirty="0"/>
            <a:t>Angular </a:t>
          </a:r>
          <a:r>
            <a:rPr lang="en-US" sz="2200" b="1" dirty="0" err="1"/>
            <a:t>nel</a:t>
          </a:r>
          <a:r>
            <a:rPr lang="en-US" sz="2200" b="1" dirty="0"/>
            <a:t> nostro POC:</a:t>
          </a:r>
        </a:p>
      </dgm:t>
    </dgm:pt>
    <dgm:pt modelId="{6D46ADC7-98F1-4B44-8ABD-9CF9E2656DEB}" type="parTrans" cxnId="{F7EA5785-3780-49CB-8439-3772D648A86E}">
      <dgm:prSet/>
      <dgm:spPr/>
      <dgm:t>
        <a:bodyPr/>
        <a:lstStyle/>
        <a:p>
          <a:endParaRPr lang="it-IT"/>
        </a:p>
      </dgm:t>
    </dgm:pt>
    <dgm:pt modelId="{24B2D5EA-2F1B-49BD-ACC9-DCDED6EDC43F}" type="sibTrans" cxnId="{F7EA5785-3780-49CB-8439-3772D648A86E}">
      <dgm:prSet/>
      <dgm:spPr/>
      <dgm:t>
        <a:bodyPr/>
        <a:lstStyle/>
        <a:p>
          <a:endParaRPr lang="it-IT"/>
        </a:p>
      </dgm:t>
    </dgm:pt>
    <dgm:pt modelId="{1E54DBF2-0B1C-465C-A75E-DD6A16A0630B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OOP vs </a:t>
          </a:r>
          <a:r>
            <a:rPr lang="en-US" sz="2200" dirty="0" err="1"/>
            <a:t>funzionale</a:t>
          </a:r>
          <a:endParaRPr lang="en-US" sz="2200" dirty="0"/>
        </a:p>
      </dgm:t>
    </dgm:pt>
    <dgm:pt modelId="{E34D0822-23EB-47BC-B7A4-28DE0FA75F12}" type="parTrans" cxnId="{1746BAF4-7F83-4E61-BBA9-235227B536CB}">
      <dgm:prSet/>
      <dgm:spPr/>
      <dgm:t>
        <a:bodyPr/>
        <a:lstStyle/>
        <a:p>
          <a:endParaRPr lang="it-IT"/>
        </a:p>
      </dgm:t>
    </dgm:pt>
    <dgm:pt modelId="{65F8CC45-709D-41D6-88A2-C7DB84C09C2B}" type="sibTrans" cxnId="{1746BAF4-7F83-4E61-BBA9-235227B536CB}">
      <dgm:prSet/>
      <dgm:spPr/>
      <dgm:t>
        <a:bodyPr/>
        <a:lstStyle/>
        <a:p>
          <a:endParaRPr lang="it-IT"/>
        </a:p>
      </dgm:t>
    </dgm:pt>
    <dgm:pt modelId="{C07C55AE-257E-4178-8EDE-747334E3BDE5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None/>
          </a:pPr>
          <a:endParaRPr lang="en-US" sz="2200" dirty="0"/>
        </a:p>
      </dgm:t>
    </dgm:pt>
    <dgm:pt modelId="{57396DED-E5BD-47EF-A274-349AC9A0A616}" type="parTrans" cxnId="{AE67C9F9-2F25-47CF-A235-1DBDA1B04B18}">
      <dgm:prSet/>
      <dgm:spPr/>
      <dgm:t>
        <a:bodyPr/>
        <a:lstStyle/>
        <a:p>
          <a:endParaRPr lang="it-IT"/>
        </a:p>
      </dgm:t>
    </dgm:pt>
    <dgm:pt modelId="{F966E27C-520B-4A2A-9EB2-BFF87F80813F}" type="sibTrans" cxnId="{AE67C9F9-2F25-47CF-A235-1DBDA1B04B1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ScaleY="65007" custLinFactNeighborX="50247" custLinFactNeighborY="-37109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ScaleY="94239" custLinFactNeighborX="-3786" custLinFactNeighborY="-40692">
        <dgm:presLayoutVars>
          <dgm:bulletEnabled val="1"/>
        </dgm:presLayoutVars>
      </dgm:prSet>
      <dgm:spPr/>
    </dgm:pt>
  </dgm:ptLst>
  <dgm:cxnLst>
    <dgm:cxn modelId="{D9D7BA05-199F-4FE9-9878-0E591DD851B2}" type="presOf" srcId="{147F1B68-2F1B-4E54-A64E-FDF57E94FBAE}" destId="{8A748C3E-CE62-4E92-A0FE-1F5548AC9D02}" srcOrd="0" destOrd="13" presId="urn:microsoft.com/office/officeart/2005/8/layout/list1"/>
    <dgm:cxn modelId="{14B98007-77D4-4912-903C-B59BB2A0071F}" type="presOf" srcId="{9D2878A0-3308-49D9-9E8B-BB7B16C5666C}" destId="{8A748C3E-CE62-4E92-A0FE-1F5548AC9D02}" srcOrd="0" destOrd="4" presId="urn:microsoft.com/office/officeart/2005/8/layout/list1"/>
    <dgm:cxn modelId="{248A3716-A158-479A-925B-4FBEDA81A7A4}" srcId="{EE76E364-6A46-492A-9FD7-63C775ADA808}" destId="{81C5FAF5-7969-428F-9168-FEA62E83FEE0}" srcOrd="9" destOrd="0" parTransId="{F85420F4-2BF4-48A2-BC52-21EE60C7088A}" sibTransId="{76ECC8FB-B797-4F4E-8993-577D9FE42A74}"/>
    <dgm:cxn modelId="{3D640618-1354-4F40-9A9D-E62C774DB987}" type="presOf" srcId="{F5F55255-3B4A-4616-B6F8-0A66537C5D82}" destId="{8A748C3E-CE62-4E92-A0FE-1F5548AC9D02}" srcOrd="0" destOrd="11" presId="urn:microsoft.com/office/officeart/2005/8/layout/list1"/>
    <dgm:cxn modelId="{840D5C1D-67E8-40B6-B6FE-29E3426538FE}" type="presOf" srcId="{81C5FAF5-7969-428F-9168-FEA62E83FEE0}" destId="{8A748C3E-CE62-4E92-A0FE-1F5548AC9D02}" srcOrd="0" destOrd="9" presId="urn:microsoft.com/office/officeart/2005/8/layout/list1"/>
    <dgm:cxn modelId="{C4653128-9530-4777-A348-542D422C2F4C}" srcId="{EE76E364-6A46-492A-9FD7-63C775ADA808}" destId="{47035833-554B-4E51-989B-BBBA7CB2F1B2}" srcOrd="3" destOrd="0" parTransId="{90EBB25F-9B48-4B19-B9EE-674C6F7D6E33}" sibTransId="{D685D6C1-2BC9-402B-BD46-4FA2EE1F5CC1}"/>
    <dgm:cxn modelId="{89A26634-7323-49E3-997A-5445C4214B35}" srcId="{EE76E364-6A46-492A-9FD7-63C775ADA808}" destId="{EA4C9FAE-8632-437A-94BC-F7324DD67615}" srcOrd="10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C2BA9945-9B20-45E7-AF9B-689821493901}" type="presOf" srcId="{FB7856FD-14F6-497F-A96F-439DE861ECA4}" destId="{8A748C3E-CE62-4E92-A0FE-1F5548AC9D02}" srcOrd="0" destOrd="0" presId="urn:microsoft.com/office/officeart/2005/8/layout/list1"/>
    <dgm:cxn modelId="{157AD865-39E9-4394-AD26-FA162D902D24}" srcId="{EE76E364-6A46-492A-9FD7-63C775ADA808}" destId="{3ACFCC25-7784-4356-B8DF-A35CF2CC5237}" srcOrd="8" destOrd="0" parTransId="{1FFA7EC9-892D-4681-A9B1-5FE3969C5613}" sibTransId="{423D80BF-E726-4A72-8017-67F8D9F24CD1}"/>
    <dgm:cxn modelId="{AF834E48-FD81-433D-B1B2-2CCD7D74765A}" srcId="{EE76E364-6A46-492A-9FD7-63C775ADA808}" destId="{BCA671DB-9D16-4302-B7A8-56BF6E3543A9}" srcOrd="7" destOrd="0" parTransId="{E2DB0A18-721A-4D89-AC8F-ECFB539A4977}" sibTransId="{EC660C46-8325-4A10-8E43-5BBCD693556D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B3BC947E-A5B7-4BD5-83C5-0F0990E73AA5}" type="presOf" srcId="{EE76E364-6A46-492A-9FD7-63C775ADA808}" destId="{0E75AC4A-956D-493C-A82B-572CF3B1603B}" srcOrd="0" destOrd="0" presId="urn:microsoft.com/office/officeart/2005/8/layout/list1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F7EA5785-3780-49CB-8439-3772D648A86E}" srcId="{EE76E364-6A46-492A-9FD7-63C775ADA808}" destId="{3083C0AC-5FAE-4A98-AD65-B00E46317EAA}" srcOrd="6" destOrd="0" parTransId="{6D46ADC7-98F1-4B44-8ABD-9CF9E2656DEB}" sibTransId="{24B2D5EA-2F1B-49BD-ACC9-DCDED6EDC43F}"/>
    <dgm:cxn modelId="{8C265198-3772-4E2A-AD6C-ABEF95119153}" srcId="{EE76E364-6A46-492A-9FD7-63C775ADA808}" destId="{E81EBE7F-1B29-4F3B-9D90-F27A5F52A4F7}" srcOrd="1" destOrd="0" parTransId="{901F6192-51CD-49F4-8A54-859AB828A347}" sibTransId="{3D557813-893F-4AAA-9A58-5F46E98736F6}"/>
    <dgm:cxn modelId="{84876A9C-E00F-443E-A7E6-6DD38906E2FB}" type="presOf" srcId="{E81EBE7F-1B29-4F3B-9D90-F27A5F52A4F7}" destId="{8A748C3E-CE62-4E92-A0FE-1F5548AC9D02}" srcOrd="0" destOrd="1" presId="urn:microsoft.com/office/officeart/2005/8/layout/list1"/>
    <dgm:cxn modelId="{EDA2B0A6-6285-42C8-ACD6-A0ED11956F63}" srcId="{EE76E364-6A46-492A-9FD7-63C775ADA808}" destId="{147F1B68-2F1B-4E54-A64E-FDF57E94FBAE}" srcOrd="11" destOrd="0" parTransId="{BB5E3B85-D782-4999-882E-B3E92E827653}" sibTransId="{7A783848-5787-4168-A501-C8A8796F4A23}"/>
    <dgm:cxn modelId="{B76A21A7-70BB-44B5-B32D-C58036ECCDA6}" type="presOf" srcId="{BCA671DB-9D16-4302-B7A8-56BF6E3543A9}" destId="{8A748C3E-CE62-4E92-A0FE-1F5548AC9D02}" srcOrd="0" destOrd="7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F84649BA-7494-44A8-B0DE-BA2DCD49178C}" type="presOf" srcId="{EA4C9FAE-8632-437A-94BC-F7324DD67615}" destId="{8A748C3E-CE62-4E92-A0FE-1F5548AC9D02}" srcOrd="0" destOrd="10" presId="urn:microsoft.com/office/officeart/2005/8/layout/list1"/>
    <dgm:cxn modelId="{BFE189BB-5BD9-4F0A-BD9B-543D5DD3CE84}" type="presOf" srcId="{C07C55AE-257E-4178-8EDE-747334E3BDE5}" destId="{8A748C3E-CE62-4E92-A0FE-1F5548AC9D02}" srcOrd="0" destOrd="2" presId="urn:microsoft.com/office/officeart/2005/8/layout/list1"/>
    <dgm:cxn modelId="{AE4F18C4-3F5E-4FD9-A2F6-D226C34980FB}" type="presOf" srcId="{3ACFCC25-7784-4356-B8DF-A35CF2CC5237}" destId="{8A748C3E-CE62-4E92-A0FE-1F5548AC9D02}" srcOrd="0" destOrd="8" presId="urn:microsoft.com/office/officeart/2005/8/layout/list1"/>
    <dgm:cxn modelId="{A3B613D5-E298-425B-9F5F-232D5869B052}" type="presOf" srcId="{47035833-554B-4E51-989B-BBBA7CB2F1B2}" destId="{8A748C3E-CE62-4E92-A0FE-1F5548AC9D02}" srcOrd="0" destOrd="3" presId="urn:microsoft.com/office/officeart/2005/8/layout/list1"/>
    <dgm:cxn modelId="{09F294D5-E7D0-4977-AFCF-473D4E4CF3FD}" type="presOf" srcId="{3083C0AC-5FAE-4A98-AD65-B00E46317EAA}" destId="{8A748C3E-CE62-4E92-A0FE-1F5548AC9D02}" srcOrd="0" destOrd="6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BB3C8E8-AC4E-47D2-9540-45FFF6AC9690}" type="presOf" srcId="{EE76E364-6A46-492A-9FD7-63C775ADA808}" destId="{EF67F11A-FCD0-4E59-A23F-17BCC3FB1182}" srcOrd="1" destOrd="0" presId="urn:microsoft.com/office/officeart/2005/8/layout/list1"/>
    <dgm:cxn modelId="{BC9D0CF3-EF2F-4E70-8F4F-A14AED17E420}" type="presOf" srcId="{1E54DBF2-0B1C-465C-A75E-DD6A16A0630B}" destId="{8A748C3E-CE62-4E92-A0FE-1F5548AC9D02}" srcOrd="0" destOrd="5" presId="urn:microsoft.com/office/officeart/2005/8/layout/list1"/>
    <dgm:cxn modelId="{1746BAF4-7F83-4E61-BBA9-235227B536CB}" srcId="{EE76E364-6A46-492A-9FD7-63C775ADA808}" destId="{1E54DBF2-0B1C-465C-A75E-DD6A16A0630B}" srcOrd="5" destOrd="0" parTransId="{E34D0822-23EB-47BC-B7A4-28DE0FA75F12}" sibTransId="{65F8CC45-709D-41D6-88A2-C7DB84C09C2B}"/>
    <dgm:cxn modelId="{A8A3D9F5-A188-48D3-9244-3B98C42FF9F0}" type="presOf" srcId="{24C10798-75D1-47C0-A4DB-CA289CC5805B}" destId="{8A748C3E-CE62-4E92-A0FE-1F5548AC9D02}" srcOrd="0" destOrd="12" presId="urn:microsoft.com/office/officeart/2005/8/layout/list1"/>
    <dgm:cxn modelId="{AEF394F9-D7FB-464B-AFA5-C5B843046B96}" srcId="{EE76E364-6A46-492A-9FD7-63C775ADA808}" destId="{9D2878A0-3308-49D9-9E8B-BB7B16C5666C}" srcOrd="4" destOrd="0" parTransId="{2C603990-4AF4-4301-850D-F66262D359B2}" sibTransId="{BDB38DF0-81C7-4A1C-BFE2-56278E86F3DB}"/>
    <dgm:cxn modelId="{AE67C9F9-2F25-47CF-A235-1DBDA1B04B18}" srcId="{EE76E364-6A46-492A-9FD7-63C775ADA808}" destId="{C07C55AE-257E-4178-8EDE-747334E3BDE5}" srcOrd="2" destOrd="0" parTransId="{57396DED-E5BD-47EF-A274-349AC9A0A616}" sibTransId="{F966E27C-520B-4A2A-9EB2-BFF87F80813F}"/>
    <dgm:cxn modelId="{46739878-F7F4-4DB2-B6EC-852151A5BAB4}" type="presParOf" srcId="{529C8736-509C-426A-B1AF-D9FE39FB5B28}" destId="{8BC7EA25-256B-410A-8E19-CC15A19D412A}" srcOrd="0" destOrd="0" presId="urn:microsoft.com/office/officeart/2005/8/layout/list1"/>
    <dgm:cxn modelId="{AAA9F26B-8633-42E9-8A07-EB7505929DFA}" type="presParOf" srcId="{8BC7EA25-256B-410A-8E19-CC15A19D412A}" destId="{0E75AC4A-956D-493C-A82B-572CF3B1603B}" srcOrd="0" destOrd="0" presId="urn:microsoft.com/office/officeart/2005/8/layout/list1"/>
    <dgm:cxn modelId="{375EA17A-C483-494B-86F4-F3D979469F7B}" type="presParOf" srcId="{8BC7EA25-256B-410A-8E19-CC15A19D412A}" destId="{EF67F11A-FCD0-4E59-A23F-17BCC3FB1182}" srcOrd="1" destOrd="0" presId="urn:microsoft.com/office/officeart/2005/8/layout/list1"/>
    <dgm:cxn modelId="{288997A1-1D30-41D7-8465-C8BDAEED12F1}" type="presParOf" srcId="{529C8736-509C-426A-B1AF-D9FE39FB5B28}" destId="{E84E3A97-5D14-4C15-B06F-E00215B154CE}" srcOrd="1" destOrd="0" presId="urn:microsoft.com/office/officeart/2005/8/layout/list1"/>
    <dgm:cxn modelId="{0D8241A1-F9B5-4371-8D1A-64873B9BF75A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AiService</a:t>
          </a:r>
          <a:r>
            <a:rPr lang="it-IT" dirty="0"/>
            <a:t>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DocumentAnalysisService</a:t>
          </a:r>
          <a:r>
            <a:rPr lang="it-IT" dirty="0"/>
            <a:t>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2423" custLinFactNeighborY="-4024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2300" b="1" dirty="0"/>
            <a:t>Struttura dati relazionale</a:t>
          </a:r>
          <a:endParaRPr lang="en-US" sz="23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Gestisce la persistenza di tutti i dati: aziende, conversazioni, toni, rating.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75760154-6F25-4950-89B9-9CF9FC7549C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1" dirty="0"/>
            <a:t>Integrazione con </a:t>
          </a:r>
          <a:r>
            <a:rPr lang="it-IT" sz="2300" b="1" dirty="0" err="1"/>
            <a:t>Rails</a:t>
          </a:r>
          <a:endParaRPr lang="it-IT" sz="2300" b="1" dirty="0"/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F8EFD2C1-0F92-46D0-B280-438E38B47423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sz="2300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1AE158BC-123A-4312-87AB-611654757C7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0" dirty="0"/>
            <a:t>Supporto nativo e totale, gestito tramite </a:t>
          </a:r>
          <a:r>
            <a:rPr lang="it-IT" sz="2300" b="0" dirty="0" err="1"/>
            <a:t>active</a:t>
          </a:r>
          <a:r>
            <a:rPr lang="it-IT" sz="2300" b="0" dirty="0"/>
            <a:t> record.</a:t>
          </a:r>
        </a:p>
      </dgm:t>
    </dgm:pt>
    <dgm:pt modelId="{AE444D96-6588-4AB3-8CAE-05097BB3415A}" type="parTrans" cxnId="{A887CF38-3160-4758-B56F-E017C00FCD3B}">
      <dgm:prSet/>
      <dgm:spPr/>
      <dgm:t>
        <a:bodyPr/>
        <a:lstStyle/>
        <a:p>
          <a:endParaRPr lang="it-IT"/>
        </a:p>
      </dgm:t>
    </dgm:pt>
    <dgm:pt modelId="{55296194-9071-4D1E-8E3A-EC674202C296}" type="sibTrans" cxnId="{A887CF38-3160-4758-B56F-E017C00FCD3B}">
      <dgm:prSet/>
      <dgm:spPr/>
      <dgm:t>
        <a:bodyPr/>
        <a:lstStyle/>
        <a:p>
          <a:endParaRPr lang="it-IT"/>
        </a:p>
      </dgm:t>
    </dgm:pt>
    <dgm:pt modelId="{05F0E1CD-2C30-4158-B551-6C2571197B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0" dirty="0"/>
            <a:t>Separazione ambienti: test, </a:t>
          </a:r>
          <a:r>
            <a:rPr lang="it-IT" sz="2300" b="0" dirty="0" err="1"/>
            <a:t>dev</a:t>
          </a:r>
          <a:r>
            <a:rPr lang="it-IT" sz="2300" b="0" dirty="0"/>
            <a:t> e </a:t>
          </a:r>
          <a:r>
            <a:rPr lang="it-IT" sz="2300" b="0" dirty="0" err="1"/>
            <a:t>prod</a:t>
          </a:r>
          <a:r>
            <a:rPr lang="it-IT" sz="2300" b="0" dirty="0"/>
            <a:t>.</a:t>
          </a:r>
        </a:p>
      </dgm:t>
    </dgm:pt>
    <dgm:pt modelId="{8D1ABA1F-77EA-48EA-90FE-3A76B743B60A}" type="parTrans" cxnId="{E28D0E2B-FCBF-4AC0-A170-E0A94A2A6BEA}">
      <dgm:prSet/>
      <dgm:spPr/>
      <dgm:t>
        <a:bodyPr/>
        <a:lstStyle/>
        <a:p>
          <a:endParaRPr lang="it-IT"/>
        </a:p>
      </dgm:t>
    </dgm:pt>
    <dgm:pt modelId="{D578950F-F40C-4A12-AC4A-55F7CECE6C12}" type="sibTrans" cxnId="{E28D0E2B-FCBF-4AC0-A170-E0A94A2A6BEA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E28D0E2B-FCBF-4AC0-A170-E0A94A2A6BEA}" srcId="{75760154-6F25-4950-89B9-9CF9FC7549C3}" destId="{05F0E1CD-2C30-4158-B551-6C2571197B38}" srcOrd="1" destOrd="0" parTransId="{8D1ABA1F-77EA-48EA-90FE-3A76B743B60A}" sibTransId="{D578950F-F40C-4A12-AC4A-55F7CECE6C12}"/>
    <dgm:cxn modelId="{0D796F36-EB6F-444C-B549-2A52D132F446}" type="presOf" srcId="{75760154-6F25-4950-89B9-9CF9FC7549C3}" destId="{8A748C3E-CE62-4E92-A0FE-1F5548AC9D02}" srcOrd="0" destOrd="3" presId="urn:microsoft.com/office/officeart/2005/8/layout/list1"/>
    <dgm:cxn modelId="{A887CF38-3160-4758-B56F-E017C00FCD3B}" srcId="{75760154-6F25-4950-89B9-9CF9FC7549C3}" destId="{1AE158BC-123A-4312-87AB-611654757C71}" srcOrd="0" destOrd="0" parTransId="{AE444D96-6588-4AB3-8CAE-05097BB3415A}" sibTransId="{55296194-9071-4D1E-8E3A-EC674202C29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86BFB77-E54B-4335-99EA-45D4F33F889A}" type="presOf" srcId="{52FB12EC-3A86-437D-8162-C9740689D435}" destId="{8A748C3E-CE62-4E92-A0FE-1F5548AC9D02}" srcOrd="0" destOrd="1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26ACEFB1-DD3B-4E6D-853D-97022B2F3A3C}" type="presOf" srcId="{EE76E364-6A46-492A-9FD7-63C775ADA808}" destId="{EF67F11A-FCD0-4E59-A23F-17BCC3FB1182}" srcOrd="1" destOrd="0" presId="urn:microsoft.com/office/officeart/2005/8/layout/list1"/>
    <dgm:cxn modelId="{2BFBFCCD-3313-4310-BA02-BCD93756A5C0}" type="presOf" srcId="{05F0E1CD-2C30-4158-B551-6C2571197B38}" destId="{8A748C3E-CE62-4E92-A0FE-1F5548AC9D02}" srcOrd="0" destOrd="5" presId="urn:microsoft.com/office/officeart/2005/8/layout/list1"/>
    <dgm:cxn modelId="{736627DC-1951-4251-B41E-B0401AA3C2FF}" type="presOf" srcId="{EE76E364-6A46-492A-9FD7-63C775ADA808}" destId="{0E75AC4A-956D-493C-A82B-572CF3B1603B}" srcOrd="0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C44669EC-49C6-4605-A535-20866562287D}" type="presOf" srcId="{FB7856FD-14F6-497F-A96F-439DE861ECA4}" destId="{8A748C3E-CE62-4E92-A0FE-1F5548AC9D02}" srcOrd="0" destOrd="0" presId="urn:microsoft.com/office/officeart/2005/8/layout/list1"/>
    <dgm:cxn modelId="{9F618FF5-37CA-4B38-8CBD-180A61922656}" type="presOf" srcId="{1AE158BC-123A-4312-87AB-611654757C71}" destId="{8A748C3E-CE62-4E92-A0FE-1F5548AC9D02}" srcOrd="0" destOrd="4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74C355F8-2D89-4645-9118-35009AE4CF1E}" type="presOf" srcId="{F8EFD2C1-0F92-46D0-B280-438E38B47423}" destId="{8A748C3E-CE62-4E92-A0FE-1F5548AC9D02}" srcOrd="0" destOrd="2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D31F86E7-04FF-4F8B-AC99-A0D5F643ED99}" type="presParOf" srcId="{529C8736-509C-426A-B1AF-D9FE39FB5B28}" destId="{8BC7EA25-256B-410A-8E19-CC15A19D412A}" srcOrd="0" destOrd="0" presId="urn:microsoft.com/office/officeart/2005/8/layout/list1"/>
    <dgm:cxn modelId="{19883E83-E56D-436F-BE1B-CAEBD2E638AC}" type="presParOf" srcId="{8BC7EA25-256B-410A-8E19-CC15A19D412A}" destId="{0E75AC4A-956D-493C-A82B-572CF3B1603B}" srcOrd="0" destOrd="0" presId="urn:microsoft.com/office/officeart/2005/8/layout/list1"/>
    <dgm:cxn modelId="{C65B2AAD-E9FC-4B25-9648-437559DEF8B1}" type="presParOf" srcId="{8BC7EA25-256B-410A-8E19-CC15A19D412A}" destId="{EF67F11A-FCD0-4E59-A23F-17BCC3FB1182}" srcOrd="1" destOrd="0" presId="urn:microsoft.com/office/officeart/2005/8/layout/list1"/>
    <dgm:cxn modelId="{D13CD74D-3809-4C9F-A718-81BB55DC0ABA}" type="presParOf" srcId="{529C8736-509C-426A-B1AF-D9FE39FB5B28}" destId="{E84E3A97-5D14-4C15-B06F-E00215B154CE}" srcOrd="1" destOrd="0" presId="urn:microsoft.com/office/officeart/2005/8/layout/list1"/>
    <dgm:cxn modelId="{F7C765B3-4E71-4A62-B284-36F513AC8E3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800" b="1" dirty="0"/>
            <a:t>AWS </a:t>
          </a:r>
          <a:r>
            <a:rPr lang="it-IT" sz="2800" b="1" dirty="0" err="1"/>
            <a:t>Bedrock</a:t>
          </a:r>
          <a:endParaRPr lang="en-US" sz="2800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2300" dirty="0"/>
            <a:t>Modello Amazon Nova Lite v1 per generazione testo e Nova Canvas per generazioni immagini.</a:t>
          </a:r>
          <a:endParaRPr lang="en-US" sz="2300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BA6B229E-3562-42CB-9BDE-9840C2EAABCE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sz="2300" b="1" dirty="0"/>
            <a:t>• AI Assistant Generativo</a:t>
          </a:r>
          <a:endParaRPr lang="en-US" sz="2300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7316C1D6-5ECD-48F9-B1A0-54E3D68E01A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1" dirty="0"/>
            <a:t>AI Co-Pilot </a:t>
          </a:r>
          <a:r>
            <a:rPr lang="it-IT" sz="2300" b="1" dirty="0" err="1"/>
            <a:t>Document</a:t>
          </a:r>
          <a:r>
            <a:rPr lang="it-IT" sz="2300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OCR e analisi documenti (PDF, PNG, JPEG).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Estrazione dati strutturati: tipo documento, dipendente, importo, date.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Output JSON validato per split e </a:t>
          </a:r>
          <a:r>
            <a:rPr lang="it-IT" sz="2300" dirty="0" err="1"/>
            <a:t>dispatch</a:t>
          </a:r>
          <a:r>
            <a:rPr lang="it-IT" sz="2300" dirty="0"/>
            <a:t> automatico.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73BEE00-17A1-4930-80DA-675220DF42B6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Mantenimento contesto conversazione.</a:t>
          </a:r>
        </a:p>
      </dgm:t>
    </dgm:pt>
    <dgm:pt modelId="{777DB149-DFF9-40F7-8E7B-FA60BEF58FD0}" type="parTrans" cxnId="{7BA5C224-61D2-4890-A3B7-20170F103859}">
      <dgm:prSet/>
      <dgm:spPr/>
      <dgm:t>
        <a:bodyPr/>
        <a:lstStyle/>
        <a:p>
          <a:endParaRPr lang="it-IT"/>
        </a:p>
      </dgm:t>
    </dgm:pt>
    <dgm:pt modelId="{8904A72F-E509-44A7-9B2E-77549312C72A}" type="sibTrans" cxnId="{7BA5C224-61D2-4890-A3B7-20170F103859}">
      <dgm:prSet/>
      <dgm:spPr/>
      <dgm:t>
        <a:bodyPr/>
        <a:lstStyle/>
        <a:p>
          <a:endParaRPr lang="it-IT"/>
        </a:p>
      </dgm:t>
    </dgm:pt>
    <dgm:pt modelId="{BEA2152D-C046-4655-A362-CFBC7923FBE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System prompt personalizzato con descrizione azienda e tono.</a:t>
          </a:r>
        </a:p>
      </dgm:t>
    </dgm:pt>
    <dgm:pt modelId="{5105DE5A-A1BF-4AC9-B7DC-8BA5EF154459}" type="parTrans" cxnId="{EBACE240-2157-46A5-AC94-A5E7CF0A2397}">
      <dgm:prSet/>
      <dgm:spPr/>
      <dgm:t>
        <a:bodyPr/>
        <a:lstStyle/>
        <a:p>
          <a:endParaRPr lang="it-IT"/>
        </a:p>
      </dgm:t>
    </dgm:pt>
    <dgm:pt modelId="{4150E513-D5EA-4711-B8F3-2BDDA3C4AEDC}" type="sibTrans" cxnId="{EBACE240-2157-46A5-AC94-A5E7CF0A2397}">
      <dgm:prSet/>
      <dgm:spPr/>
      <dgm:t>
        <a:bodyPr/>
        <a:lstStyle/>
        <a:p>
          <a:endParaRPr lang="it-IT"/>
        </a:p>
      </dgm:t>
    </dgm:pt>
    <dgm:pt modelId="{CD7A91F7-21B7-4274-88A0-616AD89FFB7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Generazione comunicazioni interne di immagini e testo.</a:t>
          </a:r>
        </a:p>
      </dgm:t>
    </dgm:pt>
    <dgm:pt modelId="{2D0B7347-550A-49F6-99D8-1B08F73BE624}" type="parTrans" cxnId="{5537C720-33D8-4057-AAC9-1347121BD30B}">
      <dgm:prSet/>
      <dgm:spPr/>
      <dgm:t>
        <a:bodyPr/>
        <a:lstStyle/>
        <a:p>
          <a:endParaRPr lang="it-IT"/>
        </a:p>
      </dgm:t>
    </dgm:pt>
    <dgm:pt modelId="{2D1EE887-D981-4797-8693-3CF80DDDDA28}" type="sibTrans" cxnId="{5537C720-33D8-4057-AAC9-1347121BD30B}">
      <dgm:prSet/>
      <dgm:spPr/>
      <dgm:t>
        <a:bodyPr/>
        <a:lstStyle/>
        <a:p>
          <a:endParaRPr lang="it-IT"/>
        </a:p>
      </dgm:t>
    </dgm:pt>
    <dgm:pt modelId="{DD2A1A6C-F0EF-4D82-935F-7FAE9ECDE1C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Facilità nel cambiare modello usando API-converse.</a:t>
          </a:r>
        </a:p>
      </dgm:t>
    </dgm:pt>
    <dgm:pt modelId="{61076ED3-098D-4554-B3B3-FCA2DAB44033}" type="parTrans" cxnId="{5A3DF7AA-DA19-4FF0-BA7C-C4A7DBAC1D15}">
      <dgm:prSet/>
      <dgm:spPr/>
      <dgm:t>
        <a:bodyPr/>
        <a:lstStyle/>
        <a:p>
          <a:endParaRPr lang="it-IT"/>
        </a:p>
      </dgm:t>
    </dgm:pt>
    <dgm:pt modelId="{0B729141-53CC-4ED0-8D02-2659E519D0CC}" type="sibTrans" cxnId="{5A3DF7AA-DA19-4FF0-BA7C-C4A7DBAC1D15}">
      <dgm:prSet/>
      <dgm:spPr/>
      <dgm:t>
        <a:bodyPr/>
        <a:lstStyle/>
        <a:p>
          <a:endParaRPr lang="it-IT"/>
        </a:p>
      </dgm:t>
    </dgm:pt>
    <dgm:pt modelId="{0628DF13-1EE6-4170-BB06-ACFCED3746DF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2300" dirty="0"/>
        </a:p>
      </dgm:t>
    </dgm:pt>
    <dgm:pt modelId="{A933E876-A9A0-43DB-8592-D03B81E4AC49}" type="parTrans" cxnId="{75D38A8B-90A4-48A0-9023-AD539D3DD23F}">
      <dgm:prSet/>
      <dgm:spPr/>
      <dgm:t>
        <a:bodyPr/>
        <a:lstStyle/>
        <a:p>
          <a:endParaRPr lang="it-IT"/>
        </a:p>
      </dgm:t>
    </dgm:pt>
    <dgm:pt modelId="{E2304817-FDF2-4433-AFDF-B07F2740A536}" type="sibTrans" cxnId="{75D38A8B-90A4-48A0-9023-AD539D3DD23F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LinFactNeighborX="-823" custLinFactNeighborY="-39063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Y="22871" custLinFactNeighborX="576" custLinFactNeighborY="100000">
        <dgm:presLayoutVars>
          <dgm:bulletEnabled val="1"/>
        </dgm:presLayoutVars>
      </dgm:prSet>
      <dgm:spPr/>
    </dgm:pt>
  </dgm:ptLst>
  <dgm:cxnLst>
    <dgm:cxn modelId="{854A3A06-D304-4DF2-804D-CBCD835EE301}" srcId="{EE76E364-6A46-492A-9FD7-63C775ADA808}" destId="{7316C1D6-5ECD-48F9-B1A0-54E3D68E01A3}" srcOrd="3" destOrd="0" parTransId="{91CBBFC0-E109-45E8-AE61-AE718F4BCCE2}" sibTransId="{F262D59A-314C-42C3-882C-D827C4AB90C3}"/>
    <dgm:cxn modelId="{D6B19616-8106-4FE0-A74D-99E25152AF5A}" type="presOf" srcId="{7316C1D6-5ECD-48F9-B1A0-54E3D68E01A3}" destId="{8A748C3E-CE62-4E92-A0FE-1F5548AC9D02}" srcOrd="0" destOrd="7" presId="urn:microsoft.com/office/officeart/2005/8/layout/list1"/>
    <dgm:cxn modelId="{2B933718-A7CE-4C86-B563-48EC064ABFFB}" type="presOf" srcId="{CD7A91F7-21B7-4274-88A0-616AD89FFB79}" destId="{8A748C3E-CE62-4E92-A0FE-1F5548AC9D02}" srcOrd="0" destOrd="6" presId="urn:microsoft.com/office/officeart/2005/8/layout/list1"/>
    <dgm:cxn modelId="{5537C720-33D8-4057-AAC9-1347121BD30B}" srcId="{BA6B229E-3562-42CB-9BDE-9840C2EAABCE}" destId="{CD7A91F7-21B7-4274-88A0-616AD89FFB79}" srcOrd="3" destOrd="0" parTransId="{2D0B7347-550A-49F6-99D8-1B08F73BE624}" sibTransId="{2D1EE887-D981-4797-8693-3CF80DDDDA28}"/>
    <dgm:cxn modelId="{F4AE0721-75F1-45E9-853B-6392EFB32455}" type="presOf" srcId="{0628DF13-1EE6-4170-BB06-ACFCED3746DF}" destId="{8A748C3E-CE62-4E92-A0FE-1F5548AC9D02}" srcOrd="0" destOrd="1" presId="urn:microsoft.com/office/officeart/2005/8/layout/list1"/>
    <dgm:cxn modelId="{7BA5C224-61D2-4890-A3B7-20170F103859}" srcId="{BA6B229E-3562-42CB-9BDE-9840C2EAABCE}" destId="{573BEE00-17A1-4930-80DA-675220DF42B6}" srcOrd="2" destOrd="0" parTransId="{777DB149-DFF9-40F7-8E7B-FA60BEF58FD0}" sibTransId="{8904A72F-E509-44A7-9B2E-77549312C72A}"/>
    <dgm:cxn modelId="{0258732E-D1CF-421D-B964-1D8C69E3AAFD}" type="presOf" srcId="{EE76E364-6A46-492A-9FD7-63C775ADA808}" destId="{0E75AC4A-956D-493C-A82B-572CF3B1603B}" srcOrd="0" destOrd="0" presId="urn:microsoft.com/office/officeart/2005/8/layout/list1"/>
    <dgm:cxn modelId="{EBACE240-2157-46A5-AC94-A5E7CF0A2397}" srcId="{BA6B229E-3562-42CB-9BDE-9840C2EAABCE}" destId="{BEA2152D-C046-4655-A362-CFBC7923FBEE}" srcOrd="0" destOrd="0" parTransId="{5105DE5A-A1BF-4AC9-B7DC-8BA5EF154459}" sibTransId="{4150E513-D5EA-4711-B8F3-2BDDA3C4AEDC}"/>
    <dgm:cxn modelId="{2EB6B66A-D47B-4F6E-840F-03DF5819B18A}" type="presOf" srcId="{573BEE00-17A1-4930-80DA-675220DF42B6}" destId="{8A748C3E-CE62-4E92-A0FE-1F5548AC9D02}" srcOrd="0" destOrd="5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75D38A8B-90A4-48A0-9023-AD539D3DD23F}" srcId="{EE76E364-6A46-492A-9FD7-63C775ADA808}" destId="{0628DF13-1EE6-4170-BB06-ACFCED3746DF}" srcOrd="1" destOrd="0" parTransId="{A933E876-A9A0-43DB-8592-D03B81E4AC49}" sibTransId="{E2304817-FDF2-4433-AFDF-B07F2740A536}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5A3DF7AA-DA19-4FF0-BA7C-C4A7DBAC1D15}" srcId="{BA6B229E-3562-42CB-9BDE-9840C2EAABCE}" destId="{DD2A1A6C-F0EF-4D82-935F-7FAE9ECDE1CF}" srcOrd="1" destOrd="0" parTransId="{61076ED3-098D-4554-B3B3-FCA2DAB44033}" sibTransId="{0B729141-53CC-4ED0-8D02-2659E519D0CC}"/>
    <dgm:cxn modelId="{214092B1-942B-4ADA-B165-81847842D397}" type="presOf" srcId="{DD2A1A6C-F0EF-4D82-935F-7FAE9ECDE1CF}" destId="{8A748C3E-CE62-4E92-A0FE-1F5548AC9D02}" srcOrd="0" destOrd="4" presId="urn:microsoft.com/office/officeart/2005/8/layout/list1"/>
    <dgm:cxn modelId="{CD95BCB4-B697-4D00-A3DC-13A17A4E477B}" type="presOf" srcId="{872B9824-DA74-4B40-B6F5-B5162C203468}" destId="{8A748C3E-CE62-4E92-A0FE-1F5548AC9D02}" srcOrd="0" destOrd="8" presId="urn:microsoft.com/office/officeart/2005/8/layout/list1"/>
    <dgm:cxn modelId="{A87592C6-EE6F-4ACC-B9A5-8FAF6243C283}" type="presOf" srcId="{B89087CC-4968-4D9D-9400-D9BAF44B38F0}" destId="{8A748C3E-CE62-4E92-A0FE-1F5548AC9D02}" srcOrd="0" destOrd="9" presId="urn:microsoft.com/office/officeart/2005/8/layout/list1"/>
    <dgm:cxn modelId="{F37947CC-2732-4780-8622-117936D02045}" type="presOf" srcId="{BEA2152D-C046-4655-A362-CFBC7923FBEE}" destId="{8A748C3E-CE62-4E92-A0FE-1F5548AC9D02}" srcOrd="0" destOrd="3" presId="urn:microsoft.com/office/officeart/2005/8/layout/list1"/>
    <dgm:cxn modelId="{793FDACF-BAAB-4111-960F-DD86F291382E}" type="presOf" srcId="{FB7856FD-14F6-497F-A96F-439DE861ECA4}" destId="{8A748C3E-CE62-4E92-A0FE-1F5548AC9D02}" srcOrd="0" destOrd="0" presId="urn:microsoft.com/office/officeart/2005/8/layout/list1"/>
    <dgm:cxn modelId="{62B3F3D5-63C9-4915-94CA-40BB999D8B6F}" type="presOf" srcId="{EE76E364-6A46-492A-9FD7-63C775ADA808}" destId="{EF67F11A-FCD0-4E59-A23F-17BCC3FB1182}" srcOrd="1" destOrd="0" presId="urn:microsoft.com/office/officeart/2005/8/layout/list1"/>
    <dgm:cxn modelId="{639E18D9-6803-44BB-85FD-CF7E5963CA54}" type="presOf" srcId="{BA6B229E-3562-42CB-9BDE-9840C2EAABCE}" destId="{8A748C3E-CE62-4E92-A0FE-1F5548AC9D02}" srcOrd="0" destOrd="2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AB1ED4FA-8D38-4D35-9547-EF9814A3E7FC}" type="presOf" srcId="{343EF0D1-E565-4655-813A-A0BAB2E4951B}" destId="{8A748C3E-CE62-4E92-A0FE-1F5548AC9D02}" srcOrd="0" destOrd="10" presId="urn:microsoft.com/office/officeart/2005/8/layout/list1"/>
    <dgm:cxn modelId="{E6C9B51C-9D9C-4349-8B01-220E16E3E035}" type="presParOf" srcId="{529C8736-509C-426A-B1AF-D9FE39FB5B28}" destId="{8BC7EA25-256B-410A-8E19-CC15A19D412A}" srcOrd="0" destOrd="0" presId="urn:microsoft.com/office/officeart/2005/8/layout/list1"/>
    <dgm:cxn modelId="{1A8E06A9-881C-438B-AC9E-E5456B8C2A9B}" type="presParOf" srcId="{8BC7EA25-256B-410A-8E19-CC15A19D412A}" destId="{0E75AC4A-956D-493C-A82B-572CF3B1603B}" srcOrd="0" destOrd="0" presId="urn:microsoft.com/office/officeart/2005/8/layout/list1"/>
    <dgm:cxn modelId="{452DA45A-C2F5-4718-9F26-2EEA5A93C355}" type="presParOf" srcId="{8BC7EA25-256B-410A-8E19-CC15A19D412A}" destId="{EF67F11A-FCD0-4E59-A23F-17BCC3FB1182}" srcOrd="1" destOrd="0" presId="urn:microsoft.com/office/officeart/2005/8/layout/list1"/>
    <dgm:cxn modelId="{5E5ED27F-2AA5-4494-9356-C17CCA4FB3E7}" type="presParOf" srcId="{529C8736-509C-426A-B1AF-D9FE39FB5B28}" destId="{E84E3A97-5D14-4C15-B06F-E00215B154CE}" srcOrd="1" destOrd="0" presId="urn:microsoft.com/office/officeart/2005/8/layout/list1"/>
    <dgm:cxn modelId="{A2A9253D-2ECB-4022-A304-26101323D8B2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0"/>
          <a:ext cx="8382000" cy="6483266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536" tIns="728980" rIns="650536" bIns="156464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200" b="1" kern="1200" dirty="0" err="1"/>
            <a:t>Angular</a:t>
          </a:r>
          <a:r>
            <a:rPr lang="it-IT" sz="2200" b="1" kern="1200" dirty="0"/>
            <a:t> (v21) su ambiente Node.js v24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2200" b="0" kern="1200" dirty="0" err="1"/>
            <a:t>Scelta</a:t>
          </a:r>
          <a:r>
            <a:rPr lang="en-US" sz="2200" b="0" kern="1200" dirty="0"/>
            <a:t> di </a:t>
          </a:r>
          <a:r>
            <a:rPr lang="en-US" sz="2200" b="1" kern="1200" dirty="0"/>
            <a:t>Angular Vs React: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Framework vs </a:t>
          </a:r>
          <a:r>
            <a:rPr lang="en-US" sz="2200" kern="1200" dirty="0" err="1"/>
            <a:t>libreria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OOP vs </a:t>
          </a:r>
          <a:r>
            <a:rPr lang="en-US" sz="2200" kern="1200" dirty="0" err="1"/>
            <a:t>funzionale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2200" b="1" kern="1200" dirty="0"/>
            <a:t>Angular </a:t>
          </a:r>
          <a:r>
            <a:rPr lang="en-US" sz="2200" b="1" kern="1200" dirty="0" err="1"/>
            <a:t>nel</a:t>
          </a:r>
          <a:r>
            <a:rPr lang="en-US" sz="2200" b="1" kern="1200" dirty="0"/>
            <a:t> nostro POC: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Progettazione in </a:t>
          </a:r>
          <a:r>
            <a:rPr lang="en-US" sz="2200" b="1" kern="1200" dirty="0"/>
            <a:t>Components, </a:t>
          </a:r>
          <a:r>
            <a:rPr lang="en-US" sz="2200" b="0" kern="1200" dirty="0" err="1"/>
            <a:t>ognuno</a:t>
          </a:r>
          <a:r>
            <a:rPr lang="en-US" sz="2200" b="0" kern="1200" dirty="0"/>
            <a:t> </a:t>
          </a:r>
          <a:r>
            <a:rPr lang="en-US" sz="2200" b="0" kern="1200" dirty="0" err="1"/>
            <a:t>definisce</a:t>
          </a:r>
          <a:r>
            <a:rPr lang="en-US" sz="2200" b="0" kern="1200" dirty="0"/>
            <a:t> </a:t>
          </a:r>
          <a:r>
            <a:rPr lang="en-US" sz="2200" kern="1200" dirty="0" err="1"/>
            <a:t>una</a:t>
          </a:r>
          <a:r>
            <a:rPr lang="en-US" sz="2200" kern="1200" dirty="0"/>
            <a:t> </a:t>
          </a:r>
          <a:r>
            <a:rPr lang="en-US" sz="2200" kern="1200" dirty="0" err="1"/>
            <a:t>singola</a:t>
          </a:r>
          <a:r>
            <a:rPr lang="en-US" sz="2200" kern="1200" dirty="0"/>
            <a:t> </a:t>
          </a:r>
          <a:r>
            <a:rPr lang="en-US" sz="2200" kern="1200" dirty="0" err="1"/>
            <a:t>pagina</a:t>
          </a:r>
          <a:r>
            <a:rPr lang="en-US" sz="2200" kern="1200" dirty="0"/>
            <a:t>: es. </a:t>
          </a:r>
          <a:r>
            <a:rPr lang="it-IT" sz="2200" b="0" kern="1200" dirty="0" err="1"/>
            <a:t>AiAssistant</a:t>
          </a:r>
          <a:r>
            <a:rPr lang="en-US" sz="2200" kern="1200" dirty="0"/>
            <a:t>, </a:t>
          </a:r>
          <a:r>
            <a:rPr lang="it-IT" sz="2200" b="0" kern="1200" dirty="0" err="1"/>
            <a:t>AiCopilot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2 </a:t>
          </a:r>
          <a:r>
            <a:rPr lang="en-US" sz="2200" kern="1200" dirty="0" err="1"/>
            <a:t>classi</a:t>
          </a:r>
          <a:r>
            <a:rPr lang="en-US" sz="2200" kern="1200" dirty="0"/>
            <a:t> di Servizi: </a:t>
          </a:r>
          <a:r>
            <a:rPr lang="it-IT" sz="2200" b="0" kern="1200" dirty="0" err="1"/>
            <a:t>ConversationsService</a:t>
          </a:r>
          <a:r>
            <a:rPr lang="it-IT" sz="2200" b="0" kern="1200" dirty="0"/>
            <a:t>, </a:t>
          </a:r>
          <a:r>
            <a:rPr lang="it-IT" sz="2200" b="0" kern="1200" dirty="0" err="1"/>
            <a:t>DocumentsService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kern="1200" dirty="0"/>
            <a:t>architettura </a:t>
          </a:r>
          <a:r>
            <a:rPr lang="it-IT" sz="2200" b="1" kern="1200" dirty="0"/>
            <a:t>SPA</a:t>
          </a:r>
          <a:r>
            <a:rPr lang="it-IT" sz="2200" kern="1200" dirty="0"/>
            <a:t> basata su </a:t>
          </a:r>
          <a:r>
            <a:rPr lang="it-IT" sz="2200" b="1" kern="1200" dirty="0" err="1"/>
            <a:t>Angular</a:t>
          </a:r>
          <a:r>
            <a:rPr lang="it-IT" sz="2200" b="1" kern="1200" dirty="0"/>
            <a:t> Router</a:t>
          </a:r>
          <a:endParaRPr lang="en-US" sz="2200" b="1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 err="1"/>
            <a:t>RxJS</a:t>
          </a:r>
          <a:r>
            <a:rPr lang="it-IT" sz="2200" b="1" kern="1200" dirty="0"/>
            <a:t> 7.8.0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 Gestione asincrona chiamate API al </a:t>
          </a:r>
          <a:r>
            <a:rPr lang="it-IT" sz="2200" kern="1200" dirty="0" err="1"/>
            <a:t>backend</a:t>
          </a:r>
          <a:endParaRPr lang="it-IT" sz="2200" kern="1200" dirty="0"/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 </a:t>
          </a:r>
          <a:r>
            <a:rPr lang="it-IT" sz="2200" b="1" kern="1200" dirty="0"/>
            <a:t>Polling</a:t>
          </a:r>
          <a:r>
            <a:rPr lang="it-IT" sz="2200" kern="1200" dirty="0"/>
            <a:t> per i documenti in analisi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kern="1200" dirty="0"/>
            <a:t>Gestione delle dipendenze usando  </a:t>
          </a:r>
          <a:r>
            <a:rPr lang="it-IT" sz="2200" kern="1200" dirty="0" err="1"/>
            <a:t>inject</a:t>
          </a:r>
          <a:r>
            <a:rPr lang="it-IT" sz="2200" kern="1200" dirty="0"/>
            <a:t>() per una </a:t>
          </a:r>
          <a:r>
            <a:rPr lang="it-IT" sz="2200" b="1" kern="1200" dirty="0"/>
            <a:t>DI</a:t>
          </a:r>
          <a:r>
            <a:rPr lang="it-IT" sz="2200" kern="1200" dirty="0"/>
            <a:t> più pulita</a:t>
          </a:r>
        </a:p>
      </dsp:txBody>
      <dsp:txXfrm>
        <a:off x="0" y="0"/>
        <a:ext cx="8382000" cy="6483266"/>
      </dsp:txXfrm>
    </dsp:sp>
    <dsp:sp modelId="{EF67F11A-FCD0-4E59-A23F-17BCC3FB1182}">
      <dsp:nvSpPr>
        <dsp:cNvPr id="0" name=""/>
        <dsp:cNvSpPr/>
      </dsp:nvSpPr>
      <dsp:spPr>
        <a:xfrm>
          <a:off x="629685" y="0"/>
          <a:ext cx="5867400" cy="997883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1774" tIns="0" rIns="221774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 dirty="0" err="1"/>
            <a:t>Frontend</a:t>
          </a:r>
          <a:r>
            <a:rPr lang="it-IT" sz="2200" b="1" kern="1200" dirty="0"/>
            <a:t> - </a:t>
          </a:r>
          <a:r>
            <a:rPr lang="it-IT" sz="2200" b="1" kern="1200" dirty="0" err="1"/>
            <a:t>Angular</a:t>
          </a:r>
          <a:endParaRPr lang="en-US" sz="2200" kern="1200" dirty="0"/>
        </a:p>
      </dsp:txBody>
      <dsp:txXfrm>
        <a:off x="678398" y="48713"/>
        <a:ext cx="5769974" cy="9004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259080"/>
          <a:ext cx="6687067" cy="6098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991" tIns="458216" rIns="51899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b="1" kern="1200" dirty="0"/>
            <a:t>API REST </a:t>
          </a:r>
          <a:endParaRPr lang="en-US" sz="2200" kern="1200" dirty="0"/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/>
            <a:t>Endpoint per generazione testo AI (/genera)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documenti: upload, analisi, consultazione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conversazioni e storico messaggi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Service Pattern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 err="1"/>
            <a:t>AiService</a:t>
          </a:r>
          <a:r>
            <a:rPr lang="it-IT" sz="2200" kern="1200" dirty="0"/>
            <a:t>: orchestrazione generazione testo con contesto aziendale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 err="1"/>
            <a:t>DocumentAnalysisService</a:t>
          </a:r>
          <a:r>
            <a:rPr lang="it-IT" sz="2200" kern="1200" dirty="0"/>
            <a:t>: OCR e estrazione dati da PDF/immagini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2200" kern="1200" dirty="0" err="1"/>
            <a:t>AiTextGenerator</a:t>
          </a:r>
          <a:r>
            <a:rPr lang="en-US" sz="2200" kern="1200" dirty="0"/>
            <a:t>: adapter per AWS Bedrock SDK</a:t>
          </a: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Active Storage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upload e storage documenti</a:t>
          </a:r>
        </a:p>
      </dsp:txBody>
      <dsp:txXfrm>
        <a:off x="0" y="259080"/>
        <a:ext cx="6687067" cy="6098400"/>
      </dsp:txXfrm>
    </dsp:sp>
    <dsp:sp modelId="{EF67F11A-FCD0-4E59-A23F-17BCC3FB1182}">
      <dsp:nvSpPr>
        <dsp:cNvPr id="0" name=""/>
        <dsp:cNvSpPr/>
      </dsp:nvSpPr>
      <dsp:spPr>
        <a:xfrm>
          <a:off x="334353" y="65040"/>
          <a:ext cx="4680946" cy="6494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929" tIns="0" rIns="176929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 dirty="0" err="1"/>
            <a:t>Backend</a:t>
          </a:r>
          <a:r>
            <a:rPr lang="it-IT" sz="2200" b="1" kern="1200" dirty="0"/>
            <a:t> - Ruby on </a:t>
          </a:r>
          <a:r>
            <a:rPr lang="it-IT" sz="2200" b="1" kern="1200" dirty="0" err="1"/>
            <a:t>Rails</a:t>
          </a:r>
          <a:endParaRPr lang="en-US" sz="2200" kern="1200" dirty="0"/>
        </a:p>
      </dsp:txBody>
      <dsp:txXfrm>
        <a:off x="366056" y="96743"/>
        <a:ext cx="4617540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905271"/>
          <a:ext cx="5364922" cy="42336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6378" tIns="583184" rIns="41637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300" b="1" kern="1200" dirty="0"/>
            <a:t>Struttura dati relazionale</a:t>
          </a:r>
          <a:endParaRPr lang="en-US" sz="2300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Gestisce la persistenza di tutti i dati: aziende, conversazioni, toni, rating.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/>
            <a:t>Integrazione con </a:t>
          </a:r>
          <a:r>
            <a:rPr lang="it-IT" sz="2300" b="1" kern="1200" dirty="0" err="1"/>
            <a:t>Rails</a:t>
          </a:r>
          <a:endParaRPr lang="it-IT" sz="2300" b="1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0" kern="1200" dirty="0"/>
            <a:t>Supporto nativo e totale, gestito tramite </a:t>
          </a:r>
          <a:r>
            <a:rPr lang="it-IT" sz="2300" b="0" kern="1200" dirty="0" err="1"/>
            <a:t>active</a:t>
          </a:r>
          <a:r>
            <a:rPr lang="it-IT" sz="2300" b="0" kern="1200" dirty="0"/>
            <a:t> record.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0" kern="1200" dirty="0"/>
            <a:t>Separazione ambienti: test, </a:t>
          </a:r>
          <a:r>
            <a:rPr lang="it-IT" sz="2300" b="0" kern="1200" dirty="0" err="1"/>
            <a:t>dev</a:t>
          </a:r>
          <a:r>
            <a:rPr lang="it-IT" sz="2300" b="0" kern="1200" dirty="0"/>
            <a:t> e </a:t>
          </a:r>
          <a:r>
            <a:rPr lang="it-IT" sz="2300" b="0" kern="1200" dirty="0" err="1"/>
            <a:t>prod</a:t>
          </a:r>
          <a:r>
            <a:rPr lang="it-IT" sz="2300" b="0" kern="1200" dirty="0"/>
            <a:t>.</a:t>
          </a:r>
        </a:p>
      </dsp:txBody>
      <dsp:txXfrm>
        <a:off x="0" y="905271"/>
        <a:ext cx="5364922" cy="4233600"/>
      </dsp:txXfrm>
    </dsp:sp>
    <dsp:sp modelId="{EF67F11A-FCD0-4E59-A23F-17BCC3FB1182}">
      <dsp:nvSpPr>
        <dsp:cNvPr id="0" name=""/>
        <dsp:cNvSpPr/>
      </dsp:nvSpPr>
      <dsp:spPr>
        <a:xfrm>
          <a:off x="268246" y="491991"/>
          <a:ext cx="3755445" cy="8265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1947" tIns="0" rIns="14194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Database - </a:t>
          </a:r>
          <a:r>
            <a:rPr lang="it-IT" sz="2800" b="1" kern="1200" dirty="0" err="1"/>
            <a:t>PostgreSQL</a:t>
          </a:r>
          <a:endParaRPr lang="en-US" sz="2800" kern="1200" dirty="0"/>
        </a:p>
      </dsp:txBody>
      <dsp:txXfrm>
        <a:off x="308595" y="532340"/>
        <a:ext cx="3674747" cy="7458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28199"/>
          <a:ext cx="7041322" cy="71442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485" tIns="874776" rIns="546485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300" kern="1200" dirty="0"/>
            <a:t>Modello Amazon Nova Lite v1 per generazione testo e Nova Canvas per generazioni immagini.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2300" b="1" kern="1200" dirty="0"/>
            <a:t>• AI Assistant Generativo</a:t>
          </a:r>
          <a:endParaRPr lang="en-US" sz="2300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System prompt personalizzato con descrizione azienda e tono.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Facilità nel cambiare modello usando API-converse.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Mantenimento contesto conversazione.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Generazione comunicazioni interne di immagini e testo.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/>
            <a:t>AI Co-Pilot </a:t>
          </a:r>
          <a:r>
            <a:rPr lang="it-IT" sz="2300" b="1" kern="1200" dirty="0" err="1"/>
            <a:t>Document</a:t>
          </a:r>
          <a:r>
            <a:rPr lang="it-IT" sz="2300" b="1" kern="1200" dirty="0"/>
            <a:t> Analysis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OCR e analisi documenti (PDF, PNG, JPEG).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Estrazione dati strutturati: tipo documento, dipendente, importo, date.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Output JSON validato per split e </a:t>
          </a:r>
          <a:r>
            <a:rPr lang="it-IT" sz="2300" kern="1200" dirty="0" err="1"/>
            <a:t>dispatch</a:t>
          </a:r>
          <a:r>
            <a:rPr lang="it-IT" sz="2300" kern="1200" dirty="0"/>
            <a:t> automatico.</a:t>
          </a:r>
        </a:p>
      </dsp:txBody>
      <dsp:txXfrm>
        <a:off x="0" y="628199"/>
        <a:ext cx="7041322" cy="7144200"/>
      </dsp:txXfrm>
    </dsp:sp>
    <dsp:sp modelId="{EF67F11A-FCD0-4E59-A23F-17BCC3FB1182}">
      <dsp:nvSpPr>
        <dsp:cNvPr id="0" name=""/>
        <dsp:cNvSpPr/>
      </dsp:nvSpPr>
      <dsp:spPr>
        <a:xfrm>
          <a:off x="349168" y="0"/>
          <a:ext cx="4928925" cy="12398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6302" tIns="0" rIns="186302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409692" y="60524"/>
        <a:ext cx="4807877" cy="1118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diagramColors" Target="../diagrams/colors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Layout" Target="../diagrams/layout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6.png"/><Relationship Id="rId10" Type="http://schemas.openxmlformats.org/officeDocument/2006/relationships/diagramData" Target="../diagrams/data2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gif"/><Relationship Id="rId14" Type="http://schemas.microsoft.com/office/2007/relationships/diagramDrawing" Target="../diagrams/drawing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Colors" Target="../diagrams/colors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diagramQuickStyle" Target="../diagrams/quickStyle4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11" Type="http://schemas.openxmlformats.org/officeDocument/2006/relationships/diagramLayout" Target="../diagrams/layout4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8.png"/><Relationship Id="rId10" Type="http://schemas.openxmlformats.org/officeDocument/2006/relationships/diagramData" Target="../diagrams/data4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4.gif"/><Relationship Id="rId14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163429"/>
            <a:ext cx="17566536" cy="2772054"/>
            <a:chOff x="0" y="689629"/>
            <a:chExt cx="23422050" cy="3696071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689629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1448816" y="232493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cs typeface="Arial" panose="020B0604020202020204" pitchFamily="34" charset="0"/>
              </a:rPr>
              <a:t>Resources</a:t>
            </a:r>
            <a:r>
              <a:rPr lang="it-IT" sz="3600" dirty="0">
                <a:cs typeface="Arial" panose="020B0604020202020204" pitchFamily="34" charset="0"/>
              </a:rPr>
              <a:t>) sviluppata da </a:t>
            </a:r>
            <a:r>
              <a:rPr lang="it-IT" sz="3600" b="1" dirty="0" err="1">
                <a:cs typeface="Arial" panose="020B0604020202020204" pitchFamily="34" charset="0"/>
              </a:rPr>
              <a:t>Eggon</a:t>
            </a:r>
            <a:r>
              <a:rPr lang="it-IT" sz="3600" dirty="0"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b="1" dirty="0">
                <a:cs typeface="Arial" panose="020B0604020202020204" pitchFamily="34" charset="0"/>
              </a:rPr>
              <a:t>Obiettivo</a:t>
            </a:r>
            <a:r>
              <a:rPr lang="it-IT" sz="3600" dirty="0">
                <a:cs typeface="Arial" panose="020B0604020202020204" pitchFamily="34" charset="0"/>
              </a:rPr>
              <a:t>: Validare moduli sperimentali basati su AI e data </a:t>
            </a:r>
            <a:r>
              <a:rPr lang="it-IT" sz="3600" dirty="0" err="1">
                <a:cs typeface="Arial" panose="020B0604020202020204" pitchFamily="34" charset="0"/>
              </a:rPr>
              <a:t>analytics</a:t>
            </a:r>
            <a:endParaRPr lang="it-IT" sz="3600" dirty="0"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  <a:r>
              <a:rPr lang="it-IT" sz="8000" dirty="0">
                <a:solidFill>
                  <a:schemeClr val="tx1"/>
                </a:solidFill>
              </a:rPr>
              <a:t>/3</a:t>
            </a:r>
            <a:endParaRPr lang="en-US" sz="8000" dirty="0">
              <a:solidFill>
                <a:schemeClr val="tx1"/>
              </a:solidFill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8282494"/>
              </p:ext>
            </p:extLst>
          </p:nvPr>
        </p:nvGraphicFramePr>
        <p:xfrm>
          <a:off x="457200" y="3238500"/>
          <a:ext cx="8382000" cy="6781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39200" y="6972300"/>
            <a:ext cx="3200400" cy="32004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6359371"/>
              </p:ext>
            </p:extLst>
          </p:nvPr>
        </p:nvGraphicFramePr>
        <p:xfrm>
          <a:off x="9314933" y="266699"/>
          <a:ext cx="6687067" cy="65532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0531" y="857254"/>
            <a:ext cx="4645112" cy="1751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7458936"/>
              </p:ext>
            </p:extLst>
          </p:nvPr>
        </p:nvGraphicFramePr>
        <p:xfrm>
          <a:off x="1295399" y="4160837"/>
          <a:ext cx="5364922" cy="5630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79482" y="7794625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56331CA3-FBC4-18A2-8C3E-A4C32B5E6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65585"/>
              </p:ext>
            </p:extLst>
          </p:nvPr>
        </p:nvGraphicFramePr>
        <p:xfrm>
          <a:off x="9113078" y="190500"/>
          <a:ext cx="7041322" cy="7772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4E85F1FC-300F-72D4-5921-6319376B4E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3800" y="1181100"/>
            <a:ext cx="5079999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400</Words>
  <Application>Microsoft Office PowerPoint</Application>
  <PresentationFormat>Personalizzato</PresentationFormat>
  <Paragraphs>60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Tenor Sans</vt:lpstr>
      <vt:lpstr>Arial</vt:lpstr>
      <vt:lpstr>Overpass</vt:lpstr>
      <vt:lpstr>Calibri</vt:lpstr>
      <vt:lpstr>Wingdings</vt:lpstr>
      <vt:lpstr>Neue Montreal Bold</vt:lpstr>
      <vt:lpstr>Goudy</vt:lpstr>
      <vt:lpstr>Aptos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dc:creator>linolino</dc:creator>
  <cp:lastModifiedBy>Linor Sadè</cp:lastModifiedBy>
  <cp:revision>76</cp:revision>
  <dcterms:created xsi:type="dcterms:W3CDTF">2006-08-16T00:00:00Z</dcterms:created>
  <dcterms:modified xsi:type="dcterms:W3CDTF">2026-02-12T07:11:13Z</dcterms:modified>
  <dc:identifier>DAG2oYW1E2g</dc:identifier>
</cp:coreProperties>
</file>