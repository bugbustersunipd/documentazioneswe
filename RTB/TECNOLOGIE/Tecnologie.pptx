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66" r:id="rId4"/>
    <p:sldId id="268" r:id="rId5"/>
  </p:sldIdLst>
  <p:sldSz cx="18288000" cy="10287000"/>
  <p:notesSz cx="6858000" cy="9144000"/>
  <p:embeddedFontLst>
    <p:embeddedFont>
      <p:font typeface="Goudy" panose="020B0604020202020204" charset="0"/>
      <p:regular r:id="rId8"/>
    </p:embeddedFont>
    <p:embeddedFont>
      <p:font typeface="Neue Montreal" panose="020B0604020202020204" charset="0"/>
      <p:regular r:id="rId9"/>
    </p:embeddedFont>
    <p:embeddedFont>
      <p:font typeface="Neue Montreal Bold" panose="020B0604020202020204" charset="0"/>
      <p:regular r:id="rId10"/>
    </p:embeddedFont>
    <p:embeddedFont>
      <p:font typeface="Overpass" panose="020B0604020202020204" charset="0"/>
      <p:regular r:id="rId11"/>
    </p:embeddedFont>
    <p:embeddedFont>
      <p:font typeface="Tenor Sans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6" d="100"/>
          <a:sy n="96" d="100"/>
        </p:scale>
        <p:origin x="894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Frontend</a:t>
          </a:r>
          <a:r>
            <a:rPr lang="it-IT" b="1" dirty="0"/>
            <a:t> - </a:t>
          </a:r>
          <a:r>
            <a:rPr lang="it-IT" b="1" dirty="0" err="1"/>
            <a:t>Angular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 Framework principale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141D3803-6A45-424D-9651-5627AAB61B6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Per dashboard amministrativa</a:t>
          </a:r>
        </a:p>
      </dgm:t>
    </dgm:pt>
    <dgm:pt modelId="{72A51AD2-8239-4A14-AC0B-88EEA7A0179C}" type="parTrans" cxnId="{352A38F5-F7D6-411D-943C-C3F938C1E3D7}">
      <dgm:prSet/>
      <dgm:spPr/>
      <dgm:t>
        <a:bodyPr/>
        <a:lstStyle/>
        <a:p>
          <a:endParaRPr lang="it-IT"/>
        </a:p>
      </dgm:t>
    </dgm:pt>
    <dgm:pt modelId="{A60107BD-2C24-49F4-A940-BA89AA44743A}" type="sibTrans" cxnId="{352A38F5-F7D6-411D-943C-C3F938C1E3D7}">
      <dgm:prSet/>
      <dgm:spPr/>
      <dgm:t>
        <a:bodyPr/>
        <a:lstStyle/>
        <a:p>
          <a:endParaRPr lang="it-IT"/>
        </a:p>
      </dgm:t>
    </dgm:pt>
    <dgm:pt modelId="{99F831AF-A12E-4F07-801E-615F89B3AC3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Componenti modulari: AI Assistant, AI Co-Pilot, Analytics, Storico</a:t>
          </a:r>
        </a:p>
      </dgm:t>
    </dgm:pt>
    <dgm:pt modelId="{94B83BAF-5140-4A09-9644-C69A5C49696A}" type="parTrans" cxnId="{E4E41DC1-0B30-467C-9E5A-F2C285252BDB}">
      <dgm:prSet/>
      <dgm:spPr/>
      <dgm:t>
        <a:bodyPr/>
        <a:lstStyle/>
        <a:p>
          <a:endParaRPr lang="it-IT"/>
        </a:p>
      </dgm:t>
    </dgm:pt>
    <dgm:pt modelId="{1FFBFB34-0516-4E12-B7E7-CA0B0A76FEBB}" type="sibTrans" cxnId="{E4E41DC1-0B30-467C-9E5A-F2C285252BDB}">
      <dgm:prSet/>
      <dgm:spPr/>
      <dgm:t>
        <a:bodyPr/>
        <a:lstStyle/>
        <a:p>
          <a:endParaRPr lang="it-IT"/>
        </a:p>
      </dgm:t>
    </dgm:pt>
    <dgm:pt modelId="{EA4C9FAE-8632-437A-94BC-F7324DD67615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• </a:t>
          </a:r>
          <a:r>
            <a:rPr lang="it-IT" b="1" dirty="0" err="1"/>
            <a:t>RxJS</a:t>
          </a:r>
          <a:r>
            <a:rPr lang="it-IT" b="1" dirty="0"/>
            <a:t> 7.8.0</a:t>
          </a:r>
        </a:p>
      </dgm:t>
    </dgm:pt>
    <dgm:pt modelId="{933F93DC-F2BC-4901-9B93-BEDA7E1295ED}" type="parTrans" cxnId="{89A26634-7323-49E3-997A-5445C4214B35}">
      <dgm:prSet/>
      <dgm:spPr/>
      <dgm:t>
        <a:bodyPr/>
        <a:lstStyle/>
        <a:p>
          <a:endParaRPr lang="it-IT"/>
        </a:p>
      </dgm:t>
    </dgm:pt>
    <dgm:pt modelId="{18CF30EE-9734-4EDB-80FF-201F7A903B36}" type="sibTrans" cxnId="{89A26634-7323-49E3-997A-5445C4214B35}">
      <dgm:prSet/>
      <dgm:spPr/>
      <dgm:t>
        <a:bodyPr/>
        <a:lstStyle/>
        <a:p>
          <a:endParaRPr lang="it-IT"/>
        </a:p>
      </dgm:t>
    </dgm:pt>
    <dgm:pt modelId="{F5F55255-3B4A-4616-B6F8-0A66537C5D8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Gestione asincrona chiamate API al </a:t>
          </a:r>
          <a:r>
            <a:rPr lang="it-IT" dirty="0" err="1"/>
            <a:t>backend</a:t>
          </a:r>
          <a:endParaRPr lang="it-IT" dirty="0"/>
        </a:p>
      </dgm:t>
    </dgm:pt>
    <dgm:pt modelId="{AF394C79-B2A6-4DCB-885D-CE8D2685EC33}" type="parTrans" cxnId="{D3CD3EAD-7193-4575-98B5-F9317CE4FB43}">
      <dgm:prSet/>
      <dgm:spPr/>
      <dgm:t>
        <a:bodyPr/>
        <a:lstStyle/>
        <a:p>
          <a:endParaRPr lang="it-IT"/>
        </a:p>
      </dgm:t>
    </dgm:pt>
    <dgm:pt modelId="{E6592C2A-BD5F-424A-817B-CCDA29892586}" type="sibTrans" cxnId="{D3CD3EAD-7193-4575-98B5-F9317CE4FB43}">
      <dgm:prSet/>
      <dgm:spPr/>
      <dgm:t>
        <a:bodyPr/>
        <a:lstStyle/>
        <a:p>
          <a:endParaRPr lang="it-IT"/>
        </a:p>
      </dgm:t>
    </dgm:pt>
    <dgm:pt modelId="{24C10798-75D1-47C0-A4DB-CA289CC5805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Polling per status documenti in analisi</a:t>
          </a:r>
        </a:p>
      </dgm:t>
    </dgm:pt>
    <dgm:pt modelId="{CCB71030-2EA5-4506-92EC-221C09CE28D3}" type="parTrans" cxnId="{32E73583-EC60-44EC-A1BF-54C8775B331D}">
      <dgm:prSet/>
      <dgm:spPr/>
      <dgm:t>
        <a:bodyPr/>
        <a:lstStyle/>
        <a:p>
          <a:endParaRPr lang="it-IT"/>
        </a:p>
      </dgm:t>
    </dgm:pt>
    <dgm:pt modelId="{ACEF8760-0D4C-4F48-B99C-551EED1CF848}" type="sibTrans" cxnId="{32E73583-EC60-44EC-A1BF-54C8775B331D}">
      <dgm:prSet/>
      <dgm:spPr/>
      <dgm:t>
        <a:bodyPr/>
        <a:lstStyle/>
        <a:p>
          <a:endParaRPr lang="it-IT"/>
        </a:p>
      </dgm:t>
    </dgm:pt>
    <dgm:pt modelId="{E31BE80F-FA49-4F70-A117-DEE2C6B30620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DD27760-D8B2-44E5-987B-E46770BBE20F}" type="parTrans" cxnId="{EDA85965-8EE4-4632-8404-E31BDFF00BB4}">
      <dgm:prSet/>
      <dgm:spPr/>
      <dgm:t>
        <a:bodyPr/>
        <a:lstStyle/>
        <a:p>
          <a:endParaRPr lang="it-IT"/>
        </a:p>
      </dgm:t>
    </dgm:pt>
    <dgm:pt modelId="{5B9CFE27-FE64-4208-96F1-2FDAF281E8E1}" type="sibTrans" cxnId="{EDA85965-8EE4-4632-8404-E31BDFF00BB4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BEAA9F05-EFD4-47E4-BDAD-A275F0EA0751}" type="presOf" srcId="{FB7856FD-14F6-497F-A96F-439DE861ECA4}" destId="{8A748C3E-CE62-4E92-A0FE-1F5548AC9D02}" srcOrd="0" destOrd="0" presId="urn:microsoft.com/office/officeart/2005/8/layout/list1"/>
    <dgm:cxn modelId="{89A26634-7323-49E3-997A-5445C4214B35}" srcId="{EE76E364-6A46-492A-9FD7-63C775ADA808}" destId="{EA4C9FAE-8632-437A-94BC-F7324DD67615}" srcOrd="2" destOrd="0" parTransId="{933F93DC-F2BC-4901-9B93-BEDA7E1295ED}" sibTransId="{18CF30EE-9734-4EDB-80FF-201F7A903B3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EDA85965-8EE4-4632-8404-E31BDFF00BB4}" srcId="{EE76E364-6A46-492A-9FD7-63C775ADA808}" destId="{E31BE80F-FA49-4F70-A117-DEE2C6B30620}" srcOrd="1" destOrd="0" parTransId="{4DD27760-D8B2-44E5-987B-E46770BBE20F}" sibTransId="{5B9CFE27-FE64-4208-96F1-2FDAF281E8E1}"/>
    <dgm:cxn modelId="{7819AA54-EB0A-454E-AD7C-9E32ABD54220}" type="presOf" srcId="{141D3803-6A45-424D-9651-5627AAB61B6A}" destId="{8A748C3E-CE62-4E92-A0FE-1F5548AC9D02}" srcOrd="0" destOrd="1" presId="urn:microsoft.com/office/officeart/2005/8/layout/list1"/>
    <dgm:cxn modelId="{0C2C0556-2531-4132-A5FF-B6C94EF444C9}" type="presOf" srcId="{EE76E364-6A46-492A-9FD7-63C775ADA808}" destId="{EF67F11A-FCD0-4E59-A23F-17BCC3FB1182}" srcOrd="1" destOrd="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32E73583-EC60-44EC-A1BF-54C8775B331D}" srcId="{EA4C9FAE-8632-437A-94BC-F7324DD67615}" destId="{24C10798-75D1-47C0-A4DB-CA289CC5805B}" srcOrd="1" destOrd="0" parTransId="{CCB71030-2EA5-4506-92EC-221C09CE28D3}" sibTransId="{ACEF8760-0D4C-4F48-B99C-551EED1CF848}"/>
    <dgm:cxn modelId="{EEF0FD9E-9011-42DF-B6EF-82670B3BF794}" type="presOf" srcId="{F5F55255-3B4A-4616-B6F8-0A66537C5D82}" destId="{8A748C3E-CE62-4E92-A0FE-1F5548AC9D02}" srcOrd="0" destOrd="5" presId="urn:microsoft.com/office/officeart/2005/8/layout/list1"/>
    <dgm:cxn modelId="{D3CD3EAD-7193-4575-98B5-F9317CE4FB43}" srcId="{EA4C9FAE-8632-437A-94BC-F7324DD67615}" destId="{F5F55255-3B4A-4616-B6F8-0A66537C5D82}" srcOrd="0" destOrd="0" parTransId="{AF394C79-B2A6-4DCB-885D-CE8D2685EC33}" sibTransId="{E6592C2A-BD5F-424A-817B-CCDA29892586}"/>
    <dgm:cxn modelId="{EC22ABB2-7ED1-4B07-AA92-F5ECE1EA5D71}" type="presOf" srcId="{EA4C9FAE-8632-437A-94BC-F7324DD67615}" destId="{8A748C3E-CE62-4E92-A0FE-1F5548AC9D02}" srcOrd="0" destOrd="4" presId="urn:microsoft.com/office/officeart/2005/8/layout/list1"/>
    <dgm:cxn modelId="{5E9EFBBC-6F16-404D-8426-5A65476D0E63}" type="presOf" srcId="{24C10798-75D1-47C0-A4DB-CA289CC5805B}" destId="{8A748C3E-CE62-4E92-A0FE-1F5548AC9D02}" srcOrd="0" destOrd="6" presId="urn:microsoft.com/office/officeart/2005/8/layout/list1"/>
    <dgm:cxn modelId="{532EA1BD-9135-47A3-810A-B944735836EF}" type="presOf" srcId="{EE76E364-6A46-492A-9FD7-63C775ADA808}" destId="{0E75AC4A-956D-493C-A82B-572CF3B1603B}" srcOrd="0" destOrd="0" presId="urn:microsoft.com/office/officeart/2005/8/layout/list1"/>
    <dgm:cxn modelId="{E4E41DC1-0B30-467C-9E5A-F2C285252BDB}" srcId="{FB7856FD-14F6-497F-A96F-439DE861ECA4}" destId="{99F831AF-A12E-4F07-801E-615F89B3AC36}" srcOrd="1" destOrd="0" parTransId="{94B83BAF-5140-4A09-9644-C69A5C49696A}" sibTransId="{1FFBFB34-0516-4E12-B7E7-CA0B0A76FEBB}"/>
    <dgm:cxn modelId="{061639D3-5D54-47A9-BA0F-3FBD23F399C3}" type="presOf" srcId="{E31BE80F-FA49-4F70-A117-DEE2C6B30620}" destId="{8A748C3E-CE62-4E92-A0FE-1F5548AC9D02}" srcOrd="0" destOrd="3" presId="urn:microsoft.com/office/officeart/2005/8/layout/list1"/>
    <dgm:cxn modelId="{1768D9DB-57D8-4877-BB53-088C72093E55}" type="presOf" srcId="{99F831AF-A12E-4F07-801E-615F89B3AC36}" destId="{8A748C3E-CE62-4E92-A0FE-1F5548AC9D02}" srcOrd="0" destOrd="2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352A38F5-F7D6-411D-943C-C3F938C1E3D7}" srcId="{FB7856FD-14F6-497F-A96F-439DE861ECA4}" destId="{141D3803-6A45-424D-9651-5627AAB61B6A}" srcOrd="0" destOrd="0" parTransId="{72A51AD2-8239-4A14-AC0B-88EEA7A0179C}" sibTransId="{A60107BD-2C24-49F4-A940-BA89AA44743A}"/>
    <dgm:cxn modelId="{2279119C-6185-49D8-86B8-240418A9F99B}" type="presParOf" srcId="{529C8736-509C-426A-B1AF-D9FE39FB5B28}" destId="{8BC7EA25-256B-410A-8E19-CC15A19D412A}" srcOrd="0" destOrd="0" presId="urn:microsoft.com/office/officeart/2005/8/layout/list1"/>
    <dgm:cxn modelId="{765E31C3-7799-46A6-8DC4-0025CE16B733}" type="presParOf" srcId="{8BC7EA25-256B-410A-8E19-CC15A19D412A}" destId="{0E75AC4A-956D-493C-A82B-572CF3B1603B}" srcOrd="0" destOrd="0" presId="urn:microsoft.com/office/officeart/2005/8/layout/list1"/>
    <dgm:cxn modelId="{46E10686-AFE9-435F-BB57-78D8F28274FC}" type="presParOf" srcId="{8BC7EA25-256B-410A-8E19-CC15A19D412A}" destId="{EF67F11A-FCD0-4E59-A23F-17BCC3FB1182}" srcOrd="1" destOrd="0" presId="urn:microsoft.com/office/officeart/2005/8/layout/list1"/>
    <dgm:cxn modelId="{C5FB36A8-85E2-4A6A-8F32-E07DDABC9065}" type="presParOf" srcId="{529C8736-509C-426A-B1AF-D9FE39FB5B28}" destId="{E84E3A97-5D14-4C15-B06F-E00215B154CE}" srcOrd="1" destOrd="0" presId="urn:microsoft.com/office/officeart/2005/8/layout/list1"/>
    <dgm:cxn modelId="{CD232058-5717-4FCC-872D-4E6D9145899C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Backend</a:t>
          </a:r>
          <a:r>
            <a:rPr lang="it-IT" b="1" dirty="0"/>
            <a:t> - Ruby on </a:t>
          </a:r>
          <a:r>
            <a:rPr lang="it-IT" b="1" dirty="0" err="1"/>
            <a:t>Rails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API REST 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0995947-CE14-4D83-9ECC-D6042547557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Endpoint per generazione testo AI (/genera)</a:t>
          </a:r>
        </a:p>
      </dgm:t>
    </dgm:pt>
    <dgm:pt modelId="{8C65760D-4140-486E-844F-5B7951439C97}" type="parTrans" cxnId="{11E2A1A2-CA31-4CCC-AA4B-3206B710C5B0}">
      <dgm:prSet/>
      <dgm:spPr/>
      <dgm:t>
        <a:bodyPr/>
        <a:lstStyle/>
        <a:p>
          <a:endParaRPr lang="it-IT"/>
        </a:p>
      </dgm:t>
    </dgm:pt>
    <dgm:pt modelId="{CFD1E0D2-15BF-4A59-9258-6D8872AB7B21}" type="sibTrans" cxnId="{11E2A1A2-CA31-4CCC-AA4B-3206B710C5B0}">
      <dgm:prSet/>
      <dgm:spPr/>
      <dgm:t>
        <a:bodyPr/>
        <a:lstStyle/>
        <a:p>
          <a:endParaRPr lang="it-IT"/>
        </a:p>
      </dgm:t>
    </dgm:pt>
    <dgm:pt modelId="{95A7F12D-297F-40DB-A513-3018E3940734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documenti: upload, analisi, consultazione</a:t>
          </a:r>
        </a:p>
      </dgm:t>
    </dgm:pt>
    <dgm:pt modelId="{A291ECBE-22CB-47BD-8297-0F8ACE219388}" type="parTrans" cxnId="{15788A52-A4F9-46EF-BCF8-196FE6E8987F}">
      <dgm:prSet/>
      <dgm:spPr/>
      <dgm:t>
        <a:bodyPr/>
        <a:lstStyle/>
        <a:p>
          <a:endParaRPr lang="it-IT"/>
        </a:p>
      </dgm:t>
    </dgm:pt>
    <dgm:pt modelId="{1015E87D-49D3-429E-B75A-C080A41BC7E4}" type="sibTrans" cxnId="{15788A52-A4F9-46EF-BCF8-196FE6E8987F}">
      <dgm:prSet/>
      <dgm:spPr/>
      <dgm:t>
        <a:bodyPr/>
        <a:lstStyle/>
        <a:p>
          <a:endParaRPr lang="it-IT"/>
        </a:p>
      </dgm:t>
    </dgm:pt>
    <dgm:pt modelId="{F30AB126-9BA3-4F11-8686-655896DDE64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conversazioni e storico messaggi</a:t>
          </a:r>
        </a:p>
      </dgm:t>
    </dgm:pt>
    <dgm:pt modelId="{89A05751-DF44-4874-A8EE-5C3884B19D5C}" type="parTrans" cxnId="{FCBF825B-483C-430E-870F-C59523B13463}">
      <dgm:prSet/>
      <dgm:spPr/>
      <dgm:t>
        <a:bodyPr/>
        <a:lstStyle/>
        <a:p>
          <a:endParaRPr lang="it-IT"/>
        </a:p>
      </dgm:t>
    </dgm:pt>
    <dgm:pt modelId="{FC8DC035-1625-47F2-AB88-670A3ACCDCAD}" type="sibTrans" cxnId="{FCBF825B-483C-430E-870F-C59523B13463}">
      <dgm:prSet/>
      <dgm:spPr/>
      <dgm:t>
        <a:bodyPr/>
        <a:lstStyle/>
        <a:p>
          <a:endParaRPr lang="it-IT"/>
        </a:p>
      </dgm:t>
    </dgm:pt>
    <dgm:pt modelId="{05CACA1C-8514-488E-A3B1-743F4C7FDF8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Service Pattern</a:t>
          </a:r>
        </a:p>
      </dgm:t>
    </dgm:pt>
    <dgm:pt modelId="{5137DEA9-573D-45E0-BEFF-0CC80F2BF13A}" type="parTrans" cxnId="{DC3F106A-775E-4BA0-94B0-446F37EFF2A7}">
      <dgm:prSet/>
      <dgm:spPr/>
      <dgm:t>
        <a:bodyPr/>
        <a:lstStyle/>
        <a:p>
          <a:endParaRPr lang="it-IT"/>
        </a:p>
      </dgm:t>
    </dgm:pt>
    <dgm:pt modelId="{077B0C73-DA12-4F3C-B8A7-19223FD43E01}" type="sibTrans" cxnId="{DC3F106A-775E-4BA0-94B0-446F37EFF2A7}">
      <dgm:prSet/>
      <dgm:spPr/>
      <dgm:t>
        <a:bodyPr/>
        <a:lstStyle/>
        <a:p>
          <a:endParaRPr lang="it-IT"/>
        </a:p>
      </dgm:t>
    </dgm:pt>
    <dgm:pt modelId="{97E67E5C-DF06-4EED-B1E8-66C2018EB05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AiService: orchestrazione generazione testo con contesto aziendale</a:t>
          </a:r>
        </a:p>
      </dgm:t>
    </dgm:pt>
    <dgm:pt modelId="{7DF86695-71CA-4EED-8188-C504AB812890}" type="parTrans" cxnId="{09B9BC47-2A9B-4941-9011-D241E8C5EF9D}">
      <dgm:prSet/>
      <dgm:spPr/>
      <dgm:t>
        <a:bodyPr/>
        <a:lstStyle/>
        <a:p>
          <a:endParaRPr lang="it-IT"/>
        </a:p>
      </dgm:t>
    </dgm:pt>
    <dgm:pt modelId="{CED077FF-7ED2-439E-8EB5-8DDB2B6C38C0}" type="sibTrans" cxnId="{09B9BC47-2A9B-4941-9011-D241E8C5EF9D}">
      <dgm:prSet/>
      <dgm:spPr/>
      <dgm:t>
        <a:bodyPr/>
        <a:lstStyle/>
        <a:p>
          <a:endParaRPr lang="it-IT"/>
        </a:p>
      </dgm:t>
    </dgm:pt>
    <dgm:pt modelId="{D41AA80C-B95D-4DC9-931E-F132560E39D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DocumentAnalysisService: OCR e estrazione dati da PDF/immagini</a:t>
          </a:r>
        </a:p>
      </dgm:t>
    </dgm:pt>
    <dgm:pt modelId="{054C04AB-BA6F-4CE9-8B1C-715FCBE24884}" type="parTrans" cxnId="{118FFBEE-DC84-405B-B8B6-3A0BC78AB23E}">
      <dgm:prSet/>
      <dgm:spPr/>
      <dgm:t>
        <a:bodyPr/>
        <a:lstStyle/>
        <a:p>
          <a:endParaRPr lang="it-IT"/>
        </a:p>
      </dgm:t>
    </dgm:pt>
    <dgm:pt modelId="{E65B586C-5326-4D79-B708-94053D65E77F}" type="sibTrans" cxnId="{118FFBEE-DC84-405B-B8B6-3A0BC78AB23E}">
      <dgm:prSet/>
      <dgm:spPr/>
      <dgm:t>
        <a:bodyPr/>
        <a:lstStyle/>
        <a:p>
          <a:endParaRPr lang="it-IT"/>
        </a:p>
      </dgm:t>
    </dgm:pt>
    <dgm:pt modelId="{EECA5FCB-DB54-4515-8F53-72C7E30A172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AiTextGenerator</a:t>
          </a:r>
          <a:r>
            <a:rPr lang="en-US" dirty="0"/>
            <a:t>: adapter per AWS Bedrock SDK</a:t>
          </a:r>
          <a:endParaRPr lang="it-IT" dirty="0"/>
        </a:p>
      </dgm:t>
    </dgm:pt>
    <dgm:pt modelId="{3863604E-7E93-40E7-9FEB-23D76DB70CEA}" type="parTrans" cxnId="{DC91C485-9AC5-451F-9AE1-C0F476EB6206}">
      <dgm:prSet/>
      <dgm:spPr/>
      <dgm:t>
        <a:bodyPr/>
        <a:lstStyle/>
        <a:p>
          <a:endParaRPr lang="it-IT"/>
        </a:p>
      </dgm:t>
    </dgm:pt>
    <dgm:pt modelId="{6D70DF1C-D6E9-49F3-AD91-4F1312852BBB}" type="sibTrans" cxnId="{DC91C485-9AC5-451F-9AE1-C0F476EB6206}">
      <dgm:prSet/>
      <dgm:spPr/>
      <dgm:t>
        <a:bodyPr/>
        <a:lstStyle/>
        <a:p>
          <a:endParaRPr lang="it-IT"/>
        </a:p>
      </dgm:t>
    </dgm:pt>
    <dgm:pt modelId="{AA94B83B-559F-4349-AEEF-CFF096C1B52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Storage</a:t>
          </a:r>
        </a:p>
      </dgm:t>
    </dgm:pt>
    <dgm:pt modelId="{27DA67FC-2500-4060-AEA0-EF50600B9194}" type="parTrans" cxnId="{A514AF4D-4492-4618-A0F9-8A5152E75561}">
      <dgm:prSet/>
      <dgm:spPr/>
      <dgm:t>
        <a:bodyPr/>
        <a:lstStyle/>
        <a:p>
          <a:endParaRPr lang="it-IT"/>
        </a:p>
      </dgm:t>
    </dgm:pt>
    <dgm:pt modelId="{402D5ED1-A66C-406E-BBBD-B0DEBAD8267E}" type="sibTrans" cxnId="{A514AF4D-4492-4618-A0F9-8A5152E75561}">
      <dgm:prSet/>
      <dgm:spPr/>
      <dgm:t>
        <a:bodyPr/>
        <a:lstStyle/>
        <a:p>
          <a:endParaRPr lang="it-IT"/>
        </a:p>
      </dgm:t>
    </dgm:pt>
    <dgm:pt modelId="{181CC6D5-D593-4D47-9F80-90781C2FF6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upload e storage documenti</a:t>
          </a:r>
        </a:p>
      </dgm:t>
    </dgm:pt>
    <dgm:pt modelId="{8E0F15C4-B7A7-44CE-A0C0-5E8968E5C579}" type="parTrans" cxnId="{AFD6D308-4D6D-41A0-B9E6-45442280845E}">
      <dgm:prSet/>
      <dgm:spPr/>
      <dgm:t>
        <a:bodyPr/>
        <a:lstStyle/>
        <a:p>
          <a:endParaRPr lang="it-IT"/>
        </a:p>
      </dgm:t>
    </dgm:pt>
    <dgm:pt modelId="{998CAD14-9D3B-4469-B322-BE3FE75FB6A4}" type="sibTrans" cxnId="{AFD6D308-4D6D-41A0-B9E6-45442280845E}">
      <dgm:prSet/>
      <dgm:spPr/>
      <dgm:t>
        <a:bodyPr/>
        <a:lstStyle/>
        <a:p>
          <a:endParaRPr lang="it-IT"/>
        </a:p>
      </dgm:t>
    </dgm:pt>
    <dgm:pt modelId="{25743D0A-F3FD-478C-ADAF-F4063DDF24C2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123C60A-D82C-4380-B3B1-33A0F29EA7A7}" type="parTrans" cxnId="{A20DD3DC-110A-4A8F-8550-889E2113B2AC}">
      <dgm:prSet/>
      <dgm:spPr/>
      <dgm:t>
        <a:bodyPr/>
        <a:lstStyle/>
        <a:p>
          <a:endParaRPr lang="it-IT"/>
        </a:p>
      </dgm:t>
    </dgm:pt>
    <dgm:pt modelId="{17355BA7-A0F2-44B5-9276-A325F0DCEC04}" type="sibTrans" cxnId="{A20DD3DC-110A-4A8F-8550-889E2113B2AC}">
      <dgm:prSet/>
      <dgm:spPr/>
      <dgm:t>
        <a:bodyPr/>
        <a:lstStyle/>
        <a:p>
          <a:endParaRPr lang="it-IT"/>
        </a:p>
      </dgm:t>
    </dgm:pt>
    <dgm:pt modelId="{2572F097-FD6E-47CC-9952-EA72E1E6B7D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A250F3-C26E-4E58-B34D-ADD098D8D577}" type="parTrans" cxnId="{4F0F1ADC-2EBE-4F4E-9221-A824D310F99C}">
      <dgm:prSet/>
      <dgm:spPr/>
      <dgm:t>
        <a:bodyPr/>
        <a:lstStyle/>
        <a:p>
          <a:endParaRPr lang="it-IT"/>
        </a:p>
      </dgm:t>
    </dgm:pt>
    <dgm:pt modelId="{212C8506-FAEB-40DF-9803-B85BCA38A8D9}" type="sibTrans" cxnId="{4F0F1ADC-2EBE-4F4E-9221-A824D310F99C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7A8FBD00-DDE6-4A47-8BEA-3DCA5326508E}" type="presOf" srcId="{2572F097-FD6E-47CC-9952-EA72E1E6B7D7}" destId="{8A748C3E-CE62-4E92-A0FE-1F5548AC9D02}" srcOrd="0" destOrd="9" presId="urn:microsoft.com/office/officeart/2005/8/layout/list1"/>
    <dgm:cxn modelId="{75F3EE01-A7BB-4740-99D4-EA5011A5128A}" type="presOf" srcId="{95A7F12D-297F-40DB-A513-3018E3940734}" destId="{8A748C3E-CE62-4E92-A0FE-1F5548AC9D02}" srcOrd="0" destOrd="2" presId="urn:microsoft.com/office/officeart/2005/8/layout/list1"/>
    <dgm:cxn modelId="{AFD6D308-4D6D-41A0-B9E6-45442280845E}" srcId="{AA94B83B-559F-4349-AEEF-CFF096C1B520}" destId="{181CC6D5-D593-4D47-9F80-90781C2FF6CC}" srcOrd="0" destOrd="0" parTransId="{8E0F15C4-B7A7-44CE-A0C0-5E8968E5C579}" sibTransId="{998CAD14-9D3B-4469-B322-BE3FE75FB6A4}"/>
    <dgm:cxn modelId="{1770F720-81C9-4D12-8628-6C98FAAFF1E1}" type="presOf" srcId="{EE76E364-6A46-492A-9FD7-63C775ADA808}" destId="{EF67F11A-FCD0-4E59-A23F-17BCC3FB1182}" srcOrd="1" destOrd="0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FCBF825B-483C-430E-870F-C59523B13463}" srcId="{FB7856FD-14F6-497F-A96F-439DE861ECA4}" destId="{F30AB126-9BA3-4F11-8686-655896DDE649}" srcOrd="2" destOrd="0" parTransId="{89A05751-DF44-4874-A8EE-5C3884B19D5C}" sibTransId="{FC8DC035-1625-47F2-AB88-670A3ACCDCAD}"/>
    <dgm:cxn modelId="{09B9BC47-2A9B-4941-9011-D241E8C5EF9D}" srcId="{05CACA1C-8514-488E-A3B1-743F4C7FDF81}" destId="{97E67E5C-DF06-4EED-B1E8-66C2018EB052}" srcOrd="0" destOrd="0" parTransId="{7DF86695-71CA-4EED-8188-C504AB812890}" sibTransId="{CED077FF-7ED2-439E-8EB5-8DDB2B6C38C0}"/>
    <dgm:cxn modelId="{DC3F106A-775E-4BA0-94B0-446F37EFF2A7}" srcId="{EE76E364-6A46-492A-9FD7-63C775ADA808}" destId="{05CACA1C-8514-488E-A3B1-743F4C7FDF81}" srcOrd="2" destOrd="0" parTransId="{5137DEA9-573D-45E0-BEFF-0CC80F2BF13A}" sibTransId="{077B0C73-DA12-4F3C-B8A7-19223FD43E01}"/>
    <dgm:cxn modelId="{A514AF4D-4492-4618-A0F9-8A5152E75561}" srcId="{EE76E364-6A46-492A-9FD7-63C775ADA808}" destId="{AA94B83B-559F-4349-AEEF-CFF096C1B520}" srcOrd="4" destOrd="0" parTransId="{27DA67FC-2500-4060-AEA0-EF50600B9194}" sibTransId="{402D5ED1-A66C-406E-BBBD-B0DEBAD8267E}"/>
    <dgm:cxn modelId="{F6ABAE4E-ED9A-4759-93FF-2EC52BBE0D86}" type="presOf" srcId="{97E67E5C-DF06-4EED-B1E8-66C2018EB052}" destId="{8A748C3E-CE62-4E92-A0FE-1F5548AC9D02}" srcOrd="0" destOrd="6" presId="urn:microsoft.com/office/officeart/2005/8/layout/list1"/>
    <dgm:cxn modelId="{B12B0872-1204-45B7-83BB-B23C48C9B359}" type="presOf" srcId="{FB7856FD-14F6-497F-A96F-439DE861ECA4}" destId="{8A748C3E-CE62-4E92-A0FE-1F5548AC9D02}" srcOrd="0" destOrd="0" presId="urn:microsoft.com/office/officeart/2005/8/layout/list1"/>
    <dgm:cxn modelId="{15788A52-A4F9-46EF-BCF8-196FE6E8987F}" srcId="{FB7856FD-14F6-497F-A96F-439DE861ECA4}" destId="{95A7F12D-297F-40DB-A513-3018E3940734}" srcOrd="1" destOrd="0" parTransId="{A291ECBE-22CB-47BD-8297-0F8ACE219388}" sibTransId="{1015E87D-49D3-429E-B75A-C080A41BC7E4}"/>
    <dgm:cxn modelId="{DFA92778-AFE9-4806-A009-CD416009CA1E}" type="presOf" srcId="{AA94B83B-559F-4349-AEEF-CFF096C1B52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C91C485-9AC5-451F-9AE1-C0F476EB6206}" srcId="{05CACA1C-8514-488E-A3B1-743F4C7FDF81}" destId="{EECA5FCB-DB54-4515-8F53-72C7E30A1728}" srcOrd="2" destOrd="0" parTransId="{3863604E-7E93-40E7-9FEB-23D76DB70CEA}" sibTransId="{6D70DF1C-D6E9-49F3-AD91-4F1312852BBB}"/>
    <dgm:cxn modelId="{40580786-AF55-4E96-A0B2-CA144D440F46}" type="presOf" srcId="{F30AB126-9BA3-4F11-8686-655896DDE649}" destId="{8A748C3E-CE62-4E92-A0FE-1F5548AC9D02}" srcOrd="0" destOrd="3" presId="urn:microsoft.com/office/officeart/2005/8/layout/list1"/>
    <dgm:cxn modelId="{73CB5799-BFF2-4ACA-9FF5-F77665B40239}" type="presOf" srcId="{181CC6D5-D593-4D47-9F80-90781C2FF6CC}" destId="{8A748C3E-CE62-4E92-A0FE-1F5548AC9D02}" srcOrd="0" destOrd="11" presId="urn:microsoft.com/office/officeart/2005/8/layout/list1"/>
    <dgm:cxn modelId="{554EF59A-726A-4F0D-9907-BAD5B7C27313}" type="presOf" srcId="{F0995947-CE14-4D83-9ECC-D60425475577}" destId="{8A748C3E-CE62-4E92-A0FE-1F5548AC9D02}" srcOrd="0" destOrd="1" presId="urn:microsoft.com/office/officeart/2005/8/layout/list1"/>
    <dgm:cxn modelId="{11E2A1A2-CA31-4CCC-AA4B-3206B710C5B0}" srcId="{FB7856FD-14F6-497F-A96F-439DE861ECA4}" destId="{F0995947-CE14-4D83-9ECC-D60425475577}" srcOrd="0" destOrd="0" parTransId="{8C65760D-4140-486E-844F-5B7951439C97}" sibTransId="{CFD1E0D2-15BF-4A59-9258-6D8872AB7B21}"/>
    <dgm:cxn modelId="{B389DBBC-EB61-4280-95BA-DAF06808AFF2}" type="presOf" srcId="{25743D0A-F3FD-478C-ADAF-F4063DDF24C2}" destId="{8A748C3E-CE62-4E92-A0FE-1F5548AC9D02}" srcOrd="0" destOrd="4" presId="urn:microsoft.com/office/officeart/2005/8/layout/list1"/>
    <dgm:cxn modelId="{5E3F33DA-D8DA-4EA7-974E-13A6C697D797}" type="presOf" srcId="{05CACA1C-8514-488E-A3B1-743F4C7FDF81}" destId="{8A748C3E-CE62-4E92-A0FE-1F5548AC9D02}" srcOrd="0" destOrd="5" presId="urn:microsoft.com/office/officeart/2005/8/layout/list1"/>
    <dgm:cxn modelId="{3BE418DC-9559-48F1-89D3-8C554287795E}" type="presOf" srcId="{EECA5FCB-DB54-4515-8F53-72C7E30A1728}" destId="{8A748C3E-CE62-4E92-A0FE-1F5548AC9D02}" srcOrd="0" destOrd="8" presId="urn:microsoft.com/office/officeart/2005/8/layout/list1"/>
    <dgm:cxn modelId="{4F0F1ADC-2EBE-4F4E-9221-A824D310F99C}" srcId="{EE76E364-6A46-492A-9FD7-63C775ADA808}" destId="{2572F097-FD6E-47CC-9952-EA72E1E6B7D7}" srcOrd="3" destOrd="0" parTransId="{7DA250F3-C26E-4E58-B34D-ADD098D8D577}" sibTransId="{212C8506-FAEB-40DF-9803-B85BCA38A8D9}"/>
    <dgm:cxn modelId="{A20DD3DC-110A-4A8F-8550-889E2113B2AC}" srcId="{EE76E364-6A46-492A-9FD7-63C775ADA808}" destId="{25743D0A-F3FD-478C-ADAF-F4063DDF24C2}" srcOrd="1" destOrd="0" parTransId="{4123C60A-D82C-4380-B3B1-33A0F29EA7A7}" sibTransId="{17355BA7-A0F2-44B5-9276-A325F0DCEC04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D3892CEB-2C5F-46A2-AC04-F0E9E24A1F9F}" type="presOf" srcId="{D41AA80C-B95D-4DC9-931E-F132560E39DA}" destId="{8A748C3E-CE62-4E92-A0FE-1F5548AC9D02}" srcOrd="0" destOrd="7" presId="urn:microsoft.com/office/officeart/2005/8/layout/list1"/>
    <dgm:cxn modelId="{118FFBEE-DC84-405B-B8B6-3A0BC78AB23E}" srcId="{05CACA1C-8514-488E-A3B1-743F4C7FDF81}" destId="{D41AA80C-B95D-4DC9-931E-F132560E39DA}" srcOrd="1" destOrd="0" parTransId="{054C04AB-BA6F-4CE9-8B1C-715FCBE24884}" sibTransId="{E65B586C-5326-4D79-B708-94053D65E77F}"/>
    <dgm:cxn modelId="{4B79D5FE-F61D-4650-BB16-77E601A19864}" type="presOf" srcId="{EE76E364-6A46-492A-9FD7-63C775ADA808}" destId="{0E75AC4A-956D-493C-A82B-572CF3B1603B}" srcOrd="0" destOrd="0" presId="urn:microsoft.com/office/officeart/2005/8/layout/list1"/>
    <dgm:cxn modelId="{1A262072-D28F-47B2-A661-C34FBC9A094B}" type="presParOf" srcId="{529C8736-509C-426A-B1AF-D9FE39FB5B28}" destId="{8BC7EA25-256B-410A-8E19-CC15A19D412A}" srcOrd="0" destOrd="0" presId="urn:microsoft.com/office/officeart/2005/8/layout/list1"/>
    <dgm:cxn modelId="{ADDA99B3-1265-40BD-B302-00808ABB6642}" type="presParOf" srcId="{8BC7EA25-256B-410A-8E19-CC15A19D412A}" destId="{0E75AC4A-956D-493C-A82B-572CF3B1603B}" srcOrd="0" destOrd="0" presId="urn:microsoft.com/office/officeart/2005/8/layout/list1"/>
    <dgm:cxn modelId="{4A7DDAB3-38B7-4C49-A86C-BC1906AEEF91}" type="presParOf" srcId="{8BC7EA25-256B-410A-8E19-CC15A19D412A}" destId="{EF67F11A-FCD0-4E59-A23F-17BCC3FB1182}" srcOrd="1" destOrd="0" presId="urn:microsoft.com/office/officeart/2005/8/layout/list1"/>
    <dgm:cxn modelId="{4034D3F4-1B4D-467F-8B90-5A4C317687B6}" type="presParOf" srcId="{529C8736-509C-426A-B1AF-D9FE39FB5B28}" destId="{E84E3A97-5D14-4C15-B06F-E00215B154CE}" srcOrd="1" destOrd="0" presId="urn:microsoft.com/office/officeart/2005/8/layout/list1"/>
    <dgm:cxn modelId="{5859D9A7-07B1-4553-A9ED-45423658AD2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Database - </a:t>
          </a:r>
          <a:r>
            <a:rPr lang="it-IT" b="1" dirty="0" err="1"/>
            <a:t>PostgreSQL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sz="1800" b="1" dirty="0"/>
            <a:t>Struttura dati relazionale</a:t>
          </a:r>
          <a:endParaRPr lang="en-US" sz="1800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52FB12EC-3A86-437D-8162-C9740689D43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Gestisce la persistenza di tutti i dati: aziende, conversazioni, toni, rating.</a:t>
          </a:r>
        </a:p>
      </dgm:t>
    </dgm:pt>
    <dgm:pt modelId="{71559100-3D32-4A98-B55D-425BAB0E8645}" type="parTrans" cxnId="{92D0BEFC-E69B-41C3-BB41-D65E08A15A26}">
      <dgm:prSet/>
      <dgm:spPr/>
      <dgm:t>
        <a:bodyPr/>
        <a:lstStyle/>
        <a:p>
          <a:endParaRPr lang="it-IT"/>
        </a:p>
      </dgm:t>
    </dgm:pt>
    <dgm:pt modelId="{A73FFB8C-3675-451A-980A-D2CD36689E30}" type="sibTrans" cxnId="{92D0BEFC-E69B-41C3-BB41-D65E08A15A26}">
      <dgm:prSet/>
      <dgm:spPr/>
      <dgm:t>
        <a:bodyPr/>
        <a:lstStyle/>
        <a:p>
          <a:endParaRPr lang="it-IT"/>
        </a:p>
      </dgm:t>
    </dgm:pt>
    <dgm:pt modelId="{75760154-6F25-4950-89B9-9CF9FC7549C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dirty="0"/>
            <a:t>Integrazione con </a:t>
          </a:r>
          <a:r>
            <a:rPr lang="it-IT" sz="1800" b="1" dirty="0" err="1"/>
            <a:t>Rails</a:t>
          </a:r>
          <a:endParaRPr lang="it-IT" sz="1800" b="1" dirty="0"/>
        </a:p>
      </dgm:t>
    </dgm:pt>
    <dgm:pt modelId="{7ABD45F0-A301-491F-BECA-4B86819DD71B}" type="parTrans" cxnId="{7F177BF6-277F-4E29-8254-C721FD18EC32}">
      <dgm:prSet/>
      <dgm:spPr/>
      <dgm:t>
        <a:bodyPr/>
        <a:lstStyle/>
        <a:p>
          <a:endParaRPr lang="it-IT"/>
        </a:p>
      </dgm:t>
    </dgm:pt>
    <dgm:pt modelId="{FFEDCB0D-CF46-46A4-A1C5-D3F854D9C041}" type="sibTrans" cxnId="{7F177BF6-277F-4E29-8254-C721FD18EC32}">
      <dgm:prSet/>
      <dgm:spPr/>
      <dgm:t>
        <a:bodyPr/>
        <a:lstStyle/>
        <a:p>
          <a:endParaRPr lang="it-IT"/>
        </a:p>
      </dgm:t>
    </dgm:pt>
    <dgm:pt modelId="{F8EFD2C1-0F92-46D0-B280-438E38B47423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sz="1800" dirty="0"/>
        </a:p>
      </dgm:t>
    </dgm:pt>
    <dgm:pt modelId="{FDB31F6A-AD14-4850-BBFD-61B0AB66B8D0}" type="parTrans" cxnId="{9E962512-2E4C-4C3D-BC6E-D709F63F11D8}">
      <dgm:prSet/>
      <dgm:spPr/>
      <dgm:t>
        <a:bodyPr/>
        <a:lstStyle/>
        <a:p>
          <a:endParaRPr lang="it-IT"/>
        </a:p>
      </dgm:t>
    </dgm:pt>
    <dgm:pt modelId="{828438A2-5FC5-45E6-8C87-93FAB1B87F42}" type="sibTrans" cxnId="{9E962512-2E4C-4C3D-BC6E-D709F63F11D8}">
      <dgm:prSet/>
      <dgm:spPr/>
      <dgm:t>
        <a:bodyPr/>
        <a:lstStyle/>
        <a:p>
          <a:endParaRPr lang="it-IT"/>
        </a:p>
      </dgm:t>
    </dgm:pt>
    <dgm:pt modelId="{1AE158BC-123A-4312-87AB-611654757C7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dirty="0"/>
            <a:t>Supporto nativo e totale, gestito tramite </a:t>
          </a:r>
          <a:r>
            <a:rPr lang="it-IT" sz="1800" b="0" dirty="0" err="1"/>
            <a:t>active</a:t>
          </a:r>
          <a:r>
            <a:rPr lang="it-IT" sz="1800" b="0" dirty="0"/>
            <a:t> record.</a:t>
          </a:r>
        </a:p>
      </dgm:t>
    </dgm:pt>
    <dgm:pt modelId="{AE444D96-6588-4AB3-8CAE-05097BB3415A}" type="parTrans" cxnId="{A887CF38-3160-4758-B56F-E017C00FCD3B}">
      <dgm:prSet/>
      <dgm:spPr/>
      <dgm:t>
        <a:bodyPr/>
        <a:lstStyle/>
        <a:p>
          <a:endParaRPr lang="it-IT"/>
        </a:p>
      </dgm:t>
    </dgm:pt>
    <dgm:pt modelId="{55296194-9071-4D1E-8E3A-EC674202C296}" type="sibTrans" cxnId="{A887CF38-3160-4758-B56F-E017C00FCD3B}">
      <dgm:prSet/>
      <dgm:spPr/>
      <dgm:t>
        <a:bodyPr/>
        <a:lstStyle/>
        <a:p>
          <a:endParaRPr lang="it-IT"/>
        </a:p>
      </dgm:t>
    </dgm:pt>
    <dgm:pt modelId="{05F0E1CD-2C30-4158-B551-6C2571197B3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0" dirty="0"/>
            <a:t>Separazione ambienti: test, </a:t>
          </a:r>
          <a:r>
            <a:rPr lang="it-IT" sz="1800" b="0" dirty="0" err="1"/>
            <a:t>dev</a:t>
          </a:r>
          <a:r>
            <a:rPr lang="it-IT" sz="1800" b="0" dirty="0"/>
            <a:t> e </a:t>
          </a:r>
          <a:r>
            <a:rPr lang="it-IT" sz="1800" b="0" dirty="0" err="1"/>
            <a:t>prod</a:t>
          </a:r>
          <a:r>
            <a:rPr lang="it-IT" sz="1800" b="0" dirty="0"/>
            <a:t>.</a:t>
          </a:r>
        </a:p>
      </dgm:t>
    </dgm:pt>
    <dgm:pt modelId="{8D1ABA1F-77EA-48EA-90FE-3A76B743B60A}" type="parTrans" cxnId="{E28D0E2B-FCBF-4AC0-A170-E0A94A2A6BEA}">
      <dgm:prSet/>
      <dgm:spPr/>
      <dgm:t>
        <a:bodyPr/>
        <a:lstStyle/>
        <a:p>
          <a:endParaRPr lang="it-IT"/>
        </a:p>
      </dgm:t>
    </dgm:pt>
    <dgm:pt modelId="{D578950F-F40C-4A12-AC4A-55F7CECE6C12}" type="sibTrans" cxnId="{E28D0E2B-FCBF-4AC0-A170-E0A94A2A6BEA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9E962512-2E4C-4C3D-BC6E-D709F63F11D8}" srcId="{EE76E364-6A46-492A-9FD7-63C775ADA808}" destId="{F8EFD2C1-0F92-46D0-B280-438E38B47423}" srcOrd="1" destOrd="0" parTransId="{FDB31F6A-AD14-4850-BBFD-61B0AB66B8D0}" sibTransId="{828438A2-5FC5-45E6-8C87-93FAB1B87F42}"/>
    <dgm:cxn modelId="{E28D0E2B-FCBF-4AC0-A170-E0A94A2A6BEA}" srcId="{75760154-6F25-4950-89B9-9CF9FC7549C3}" destId="{05F0E1CD-2C30-4158-B551-6C2571197B38}" srcOrd="1" destOrd="0" parTransId="{8D1ABA1F-77EA-48EA-90FE-3A76B743B60A}" sibTransId="{D578950F-F40C-4A12-AC4A-55F7CECE6C12}"/>
    <dgm:cxn modelId="{0D796F36-EB6F-444C-B549-2A52D132F446}" type="presOf" srcId="{75760154-6F25-4950-89B9-9CF9FC7549C3}" destId="{8A748C3E-CE62-4E92-A0FE-1F5548AC9D02}" srcOrd="0" destOrd="3" presId="urn:microsoft.com/office/officeart/2005/8/layout/list1"/>
    <dgm:cxn modelId="{A887CF38-3160-4758-B56F-E017C00FCD3B}" srcId="{75760154-6F25-4950-89B9-9CF9FC7549C3}" destId="{1AE158BC-123A-4312-87AB-611654757C71}" srcOrd="0" destOrd="0" parTransId="{AE444D96-6588-4AB3-8CAE-05097BB3415A}" sibTransId="{55296194-9071-4D1E-8E3A-EC674202C29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E86BFB77-E54B-4335-99EA-45D4F33F889A}" type="presOf" srcId="{52FB12EC-3A86-437D-8162-C9740689D435}" destId="{8A748C3E-CE62-4E92-A0FE-1F5548AC9D02}" srcOrd="0" destOrd="1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26ACEFB1-DD3B-4E6D-853D-97022B2F3A3C}" type="presOf" srcId="{EE76E364-6A46-492A-9FD7-63C775ADA808}" destId="{EF67F11A-FCD0-4E59-A23F-17BCC3FB1182}" srcOrd="1" destOrd="0" presId="urn:microsoft.com/office/officeart/2005/8/layout/list1"/>
    <dgm:cxn modelId="{2BFBFCCD-3313-4310-BA02-BCD93756A5C0}" type="presOf" srcId="{05F0E1CD-2C30-4158-B551-6C2571197B38}" destId="{8A748C3E-CE62-4E92-A0FE-1F5548AC9D02}" srcOrd="0" destOrd="5" presId="urn:microsoft.com/office/officeart/2005/8/layout/list1"/>
    <dgm:cxn modelId="{736627DC-1951-4251-B41E-B0401AA3C2FF}" type="presOf" srcId="{EE76E364-6A46-492A-9FD7-63C775ADA808}" destId="{0E75AC4A-956D-493C-A82B-572CF3B1603B}" srcOrd="0" destOrd="0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C44669EC-49C6-4605-A535-20866562287D}" type="presOf" srcId="{FB7856FD-14F6-497F-A96F-439DE861ECA4}" destId="{8A748C3E-CE62-4E92-A0FE-1F5548AC9D02}" srcOrd="0" destOrd="0" presId="urn:microsoft.com/office/officeart/2005/8/layout/list1"/>
    <dgm:cxn modelId="{9F618FF5-37CA-4B38-8CBD-180A61922656}" type="presOf" srcId="{1AE158BC-123A-4312-87AB-611654757C71}" destId="{8A748C3E-CE62-4E92-A0FE-1F5548AC9D02}" srcOrd="0" destOrd="4" presId="urn:microsoft.com/office/officeart/2005/8/layout/list1"/>
    <dgm:cxn modelId="{7F177BF6-277F-4E29-8254-C721FD18EC32}" srcId="{EE76E364-6A46-492A-9FD7-63C775ADA808}" destId="{75760154-6F25-4950-89B9-9CF9FC7549C3}" srcOrd="2" destOrd="0" parTransId="{7ABD45F0-A301-491F-BECA-4B86819DD71B}" sibTransId="{FFEDCB0D-CF46-46A4-A1C5-D3F854D9C041}"/>
    <dgm:cxn modelId="{74C355F8-2D89-4645-9118-35009AE4CF1E}" type="presOf" srcId="{F8EFD2C1-0F92-46D0-B280-438E38B47423}" destId="{8A748C3E-CE62-4E92-A0FE-1F5548AC9D02}" srcOrd="0" destOrd="2" presId="urn:microsoft.com/office/officeart/2005/8/layout/list1"/>
    <dgm:cxn modelId="{92D0BEFC-E69B-41C3-BB41-D65E08A15A26}" srcId="{FB7856FD-14F6-497F-A96F-439DE861ECA4}" destId="{52FB12EC-3A86-437D-8162-C9740689D435}" srcOrd="0" destOrd="0" parTransId="{71559100-3D32-4A98-B55D-425BAB0E8645}" sibTransId="{A73FFB8C-3675-451A-980A-D2CD36689E30}"/>
    <dgm:cxn modelId="{D31F86E7-04FF-4F8B-AC99-A0D5F643ED99}" type="presParOf" srcId="{529C8736-509C-426A-B1AF-D9FE39FB5B28}" destId="{8BC7EA25-256B-410A-8E19-CC15A19D412A}" srcOrd="0" destOrd="0" presId="urn:microsoft.com/office/officeart/2005/8/layout/list1"/>
    <dgm:cxn modelId="{19883E83-E56D-436F-BE1B-CAEBD2E638AC}" type="presParOf" srcId="{8BC7EA25-256B-410A-8E19-CC15A19D412A}" destId="{0E75AC4A-956D-493C-A82B-572CF3B1603B}" srcOrd="0" destOrd="0" presId="urn:microsoft.com/office/officeart/2005/8/layout/list1"/>
    <dgm:cxn modelId="{C65B2AAD-E9FC-4B25-9648-437559DEF8B1}" type="presParOf" srcId="{8BC7EA25-256B-410A-8E19-CC15A19D412A}" destId="{EF67F11A-FCD0-4E59-A23F-17BCC3FB1182}" srcOrd="1" destOrd="0" presId="urn:microsoft.com/office/officeart/2005/8/layout/list1"/>
    <dgm:cxn modelId="{D13CD74D-3809-4C9F-A718-81BB55DC0ABA}" type="presParOf" srcId="{529C8736-509C-426A-B1AF-D9FE39FB5B28}" destId="{E84E3A97-5D14-4C15-B06F-E00215B154CE}" srcOrd="1" destOrd="0" presId="urn:microsoft.com/office/officeart/2005/8/layout/list1"/>
    <dgm:cxn modelId="{F7C765B3-4E71-4A62-B284-36F513AC8E33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 custT="1"/>
      <dgm:spPr/>
      <dgm:t>
        <a:bodyPr/>
        <a:lstStyle/>
        <a:p>
          <a:r>
            <a:rPr lang="it-IT" sz="2800" b="1" dirty="0"/>
            <a:t>AWS </a:t>
          </a:r>
          <a:r>
            <a:rPr lang="it-IT" sz="2800" b="1" dirty="0" err="1"/>
            <a:t>Bedrock</a:t>
          </a:r>
          <a:endParaRPr lang="en-US" sz="2800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sz="1800" dirty="0"/>
            <a:t>Modello Amazon Nova Lite v1 per generazione testo e Nova Canvas per generazioni immagini.</a:t>
          </a:r>
          <a:endParaRPr lang="en-US" sz="1800" dirty="0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BA6B229E-3562-42CB-9BDE-9840C2EAABCE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sz="1800" b="1" dirty="0"/>
            <a:t>• AI Assistant Generativo</a:t>
          </a:r>
          <a:endParaRPr lang="en-US" sz="1800" dirty="0"/>
        </a:p>
      </dgm:t>
    </dgm:pt>
    <dgm:pt modelId="{90271237-C794-41DF-86D9-A2E26E60317C}" type="sibTrans" cxnId="{60C19F6E-51D4-469F-8CA2-D99A70A515A1}">
      <dgm:prSet/>
      <dgm:spPr/>
      <dgm:t>
        <a:bodyPr/>
        <a:lstStyle/>
        <a:p>
          <a:endParaRPr lang="it-IT"/>
        </a:p>
      </dgm:t>
    </dgm:pt>
    <dgm:pt modelId="{70A3C826-6850-42FF-83C7-F9DD4F109BBD}" type="parTrans" cxnId="{60C19F6E-51D4-469F-8CA2-D99A70A515A1}">
      <dgm:prSet/>
      <dgm:spPr/>
      <dgm:t>
        <a:bodyPr/>
        <a:lstStyle/>
        <a:p>
          <a:endParaRPr lang="it-IT"/>
        </a:p>
      </dgm:t>
    </dgm:pt>
    <dgm:pt modelId="{7316C1D6-5ECD-48F9-B1A0-54E3D68E01A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b="1" dirty="0"/>
            <a:t>AI Co-Pilot </a:t>
          </a:r>
          <a:r>
            <a:rPr lang="it-IT" sz="1800" b="1" dirty="0" err="1"/>
            <a:t>Document</a:t>
          </a:r>
          <a:r>
            <a:rPr lang="it-IT" sz="1800" b="1" dirty="0"/>
            <a:t> Analysis</a:t>
          </a:r>
        </a:p>
      </dgm:t>
    </dgm:pt>
    <dgm:pt modelId="{F262D59A-314C-42C3-882C-D827C4AB90C3}" type="sibTrans" cxnId="{854A3A06-D304-4DF2-804D-CBCD835EE301}">
      <dgm:prSet/>
      <dgm:spPr/>
      <dgm:t>
        <a:bodyPr/>
        <a:lstStyle/>
        <a:p>
          <a:endParaRPr lang="it-IT"/>
        </a:p>
      </dgm:t>
    </dgm:pt>
    <dgm:pt modelId="{91CBBFC0-E109-45E8-AE61-AE718F4BCCE2}" type="parTrans" cxnId="{854A3A06-D304-4DF2-804D-CBCD835EE301}">
      <dgm:prSet/>
      <dgm:spPr/>
      <dgm:t>
        <a:bodyPr/>
        <a:lstStyle/>
        <a:p>
          <a:endParaRPr lang="it-IT"/>
        </a:p>
      </dgm:t>
    </dgm:pt>
    <dgm:pt modelId="{872B9824-DA74-4B40-B6F5-B5162C20346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OCR e analisi documenti (PDF, PNG, JPEG).</a:t>
          </a:r>
        </a:p>
      </dgm:t>
    </dgm:pt>
    <dgm:pt modelId="{C84683A7-4B5E-4805-9BF5-AA75C1CD7896}" type="sibTrans" cxnId="{F5B37F8A-E7BD-4E4D-ABD3-AEB11F341F98}">
      <dgm:prSet/>
      <dgm:spPr/>
      <dgm:t>
        <a:bodyPr/>
        <a:lstStyle/>
        <a:p>
          <a:endParaRPr lang="it-IT"/>
        </a:p>
      </dgm:t>
    </dgm:pt>
    <dgm:pt modelId="{1B568AF4-DEB1-4D63-A26E-5F8644619EDC}" type="parTrans" cxnId="{F5B37F8A-E7BD-4E4D-ABD3-AEB11F341F98}">
      <dgm:prSet/>
      <dgm:spPr/>
      <dgm:t>
        <a:bodyPr/>
        <a:lstStyle/>
        <a:p>
          <a:endParaRPr lang="it-IT"/>
        </a:p>
      </dgm:t>
    </dgm:pt>
    <dgm:pt modelId="{B89087CC-4968-4D9D-9400-D9BAF44B38F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Estrazione dati strutturati: tipo documento, dipendente, importo, date.</a:t>
          </a:r>
        </a:p>
      </dgm:t>
    </dgm:pt>
    <dgm:pt modelId="{63645E5B-424B-4B3F-908E-DAFD032AAE07}" type="sibTrans" cxnId="{C2D045A7-F4AF-4A1A-B988-A0484F0B9C95}">
      <dgm:prSet/>
      <dgm:spPr/>
      <dgm:t>
        <a:bodyPr/>
        <a:lstStyle/>
        <a:p>
          <a:endParaRPr lang="it-IT"/>
        </a:p>
      </dgm:t>
    </dgm:pt>
    <dgm:pt modelId="{52C65161-EA61-4E7A-81E3-DD54CBB1FBE4}" type="parTrans" cxnId="{C2D045A7-F4AF-4A1A-B988-A0484F0B9C95}">
      <dgm:prSet/>
      <dgm:spPr/>
      <dgm:t>
        <a:bodyPr/>
        <a:lstStyle/>
        <a:p>
          <a:endParaRPr lang="it-IT"/>
        </a:p>
      </dgm:t>
    </dgm:pt>
    <dgm:pt modelId="{343EF0D1-E565-4655-813A-A0BAB2E4951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Output JSON validato per split e </a:t>
          </a:r>
          <a:r>
            <a:rPr lang="it-IT" sz="1800" dirty="0" err="1"/>
            <a:t>dispatch</a:t>
          </a:r>
          <a:r>
            <a:rPr lang="it-IT" sz="1800" dirty="0"/>
            <a:t> automatico.</a:t>
          </a:r>
        </a:p>
      </dgm:t>
    </dgm:pt>
    <dgm:pt modelId="{A6D716EA-7CDD-4A41-A939-9B7695890F9F}" type="sibTrans" cxnId="{6B7721DA-4E54-4D2F-81FA-FA47A79D03B8}">
      <dgm:prSet/>
      <dgm:spPr/>
      <dgm:t>
        <a:bodyPr/>
        <a:lstStyle/>
        <a:p>
          <a:endParaRPr lang="it-IT"/>
        </a:p>
      </dgm:t>
    </dgm:pt>
    <dgm:pt modelId="{D1251FCA-F98D-4FEC-AF4C-52B11EB090F8}" type="parTrans" cxnId="{6B7721DA-4E54-4D2F-81FA-FA47A79D03B8}">
      <dgm:prSet/>
      <dgm:spPr/>
      <dgm:t>
        <a:bodyPr/>
        <a:lstStyle/>
        <a:p>
          <a:endParaRPr lang="it-IT"/>
        </a:p>
      </dgm:t>
    </dgm:pt>
    <dgm:pt modelId="{573BEE00-17A1-4930-80DA-675220DF42B6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Mantenimento contesto conversazione.</a:t>
          </a:r>
        </a:p>
      </dgm:t>
    </dgm:pt>
    <dgm:pt modelId="{777DB149-DFF9-40F7-8E7B-FA60BEF58FD0}" type="parTrans" cxnId="{7BA5C224-61D2-4890-A3B7-20170F103859}">
      <dgm:prSet/>
      <dgm:spPr/>
      <dgm:t>
        <a:bodyPr/>
        <a:lstStyle/>
        <a:p>
          <a:endParaRPr lang="it-IT"/>
        </a:p>
      </dgm:t>
    </dgm:pt>
    <dgm:pt modelId="{8904A72F-E509-44A7-9B2E-77549312C72A}" type="sibTrans" cxnId="{7BA5C224-61D2-4890-A3B7-20170F103859}">
      <dgm:prSet/>
      <dgm:spPr/>
      <dgm:t>
        <a:bodyPr/>
        <a:lstStyle/>
        <a:p>
          <a:endParaRPr lang="it-IT"/>
        </a:p>
      </dgm:t>
    </dgm:pt>
    <dgm:pt modelId="{BEA2152D-C046-4655-A362-CFBC7923FBE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System prompt personalizzato con descrizione azienda e tono.</a:t>
          </a:r>
        </a:p>
      </dgm:t>
    </dgm:pt>
    <dgm:pt modelId="{5105DE5A-A1BF-4AC9-B7DC-8BA5EF154459}" type="parTrans" cxnId="{EBACE240-2157-46A5-AC94-A5E7CF0A2397}">
      <dgm:prSet/>
      <dgm:spPr/>
      <dgm:t>
        <a:bodyPr/>
        <a:lstStyle/>
        <a:p>
          <a:endParaRPr lang="it-IT"/>
        </a:p>
      </dgm:t>
    </dgm:pt>
    <dgm:pt modelId="{4150E513-D5EA-4711-B8F3-2BDDA3C4AEDC}" type="sibTrans" cxnId="{EBACE240-2157-46A5-AC94-A5E7CF0A2397}">
      <dgm:prSet/>
      <dgm:spPr/>
      <dgm:t>
        <a:bodyPr/>
        <a:lstStyle/>
        <a:p>
          <a:endParaRPr lang="it-IT"/>
        </a:p>
      </dgm:t>
    </dgm:pt>
    <dgm:pt modelId="{CD7A91F7-21B7-4274-88A0-616AD89FFB7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Generazione comunicazioni interne di immagini e testo.</a:t>
          </a:r>
        </a:p>
      </dgm:t>
    </dgm:pt>
    <dgm:pt modelId="{2D0B7347-550A-49F6-99D8-1B08F73BE624}" type="parTrans" cxnId="{5537C720-33D8-4057-AAC9-1347121BD30B}">
      <dgm:prSet/>
      <dgm:spPr/>
      <dgm:t>
        <a:bodyPr/>
        <a:lstStyle/>
        <a:p>
          <a:endParaRPr lang="it-IT"/>
        </a:p>
      </dgm:t>
    </dgm:pt>
    <dgm:pt modelId="{2D1EE887-D981-4797-8693-3CF80DDDDA28}" type="sibTrans" cxnId="{5537C720-33D8-4057-AAC9-1347121BD30B}">
      <dgm:prSet/>
      <dgm:spPr/>
      <dgm:t>
        <a:bodyPr/>
        <a:lstStyle/>
        <a:p>
          <a:endParaRPr lang="it-IT"/>
        </a:p>
      </dgm:t>
    </dgm:pt>
    <dgm:pt modelId="{DD2A1A6C-F0EF-4D82-935F-7FAE9ECDE1C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sz="1800" dirty="0"/>
            <a:t>Facilità nel cambiare modello usando API-converse.</a:t>
          </a:r>
        </a:p>
      </dgm:t>
    </dgm:pt>
    <dgm:pt modelId="{61076ED3-098D-4554-B3B3-FCA2DAB44033}" type="parTrans" cxnId="{5A3DF7AA-DA19-4FF0-BA7C-C4A7DBAC1D15}">
      <dgm:prSet/>
      <dgm:spPr/>
      <dgm:t>
        <a:bodyPr/>
        <a:lstStyle/>
        <a:p>
          <a:endParaRPr lang="it-IT"/>
        </a:p>
      </dgm:t>
    </dgm:pt>
    <dgm:pt modelId="{0B729141-53CC-4ED0-8D02-2659E519D0CC}" type="sibTrans" cxnId="{5A3DF7AA-DA19-4FF0-BA7C-C4A7DBAC1D15}">
      <dgm:prSet/>
      <dgm:spPr/>
      <dgm:t>
        <a:bodyPr/>
        <a:lstStyle/>
        <a:p>
          <a:endParaRPr lang="it-IT"/>
        </a:p>
      </dgm:t>
    </dgm:pt>
    <dgm:pt modelId="{0628DF13-1EE6-4170-BB06-ACFCED3746DF}">
      <dgm:prSet custT="1"/>
      <dgm:spPr>
        <a:solidFill>
          <a:srgbClr val="FFFAEF">
            <a:alpha val="90000"/>
          </a:srgbClr>
        </a:solidFill>
      </dgm:spPr>
      <dgm:t>
        <a:bodyPr/>
        <a:lstStyle/>
        <a:p>
          <a:endParaRPr lang="en-US" sz="1800" dirty="0"/>
        </a:p>
      </dgm:t>
    </dgm:pt>
    <dgm:pt modelId="{A933E876-A9A0-43DB-8592-D03B81E4AC49}" type="parTrans" cxnId="{75D38A8B-90A4-48A0-9023-AD539D3DD23F}">
      <dgm:prSet/>
      <dgm:spPr/>
      <dgm:t>
        <a:bodyPr/>
        <a:lstStyle/>
        <a:p>
          <a:endParaRPr lang="it-IT"/>
        </a:p>
      </dgm:t>
    </dgm:pt>
    <dgm:pt modelId="{E2304817-FDF2-4433-AFDF-B07F2740A536}" type="sibTrans" cxnId="{75D38A8B-90A4-48A0-9023-AD539D3DD23F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 custLinFactNeighborX="-823" custLinFactNeighborY="-39063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26964" custLinFactNeighborY="26467">
        <dgm:presLayoutVars>
          <dgm:bulletEnabled val="1"/>
        </dgm:presLayoutVars>
      </dgm:prSet>
      <dgm:spPr/>
    </dgm:pt>
  </dgm:ptLst>
  <dgm:cxnLst>
    <dgm:cxn modelId="{854A3A06-D304-4DF2-804D-CBCD835EE301}" srcId="{EE76E364-6A46-492A-9FD7-63C775ADA808}" destId="{7316C1D6-5ECD-48F9-B1A0-54E3D68E01A3}" srcOrd="3" destOrd="0" parTransId="{91CBBFC0-E109-45E8-AE61-AE718F4BCCE2}" sibTransId="{F262D59A-314C-42C3-882C-D827C4AB90C3}"/>
    <dgm:cxn modelId="{D6B19616-8106-4FE0-A74D-99E25152AF5A}" type="presOf" srcId="{7316C1D6-5ECD-48F9-B1A0-54E3D68E01A3}" destId="{8A748C3E-CE62-4E92-A0FE-1F5548AC9D02}" srcOrd="0" destOrd="7" presId="urn:microsoft.com/office/officeart/2005/8/layout/list1"/>
    <dgm:cxn modelId="{2B933718-A7CE-4C86-B563-48EC064ABFFB}" type="presOf" srcId="{CD7A91F7-21B7-4274-88A0-616AD89FFB79}" destId="{8A748C3E-CE62-4E92-A0FE-1F5548AC9D02}" srcOrd="0" destOrd="6" presId="urn:microsoft.com/office/officeart/2005/8/layout/list1"/>
    <dgm:cxn modelId="{5537C720-33D8-4057-AAC9-1347121BD30B}" srcId="{BA6B229E-3562-42CB-9BDE-9840C2EAABCE}" destId="{CD7A91F7-21B7-4274-88A0-616AD89FFB79}" srcOrd="3" destOrd="0" parTransId="{2D0B7347-550A-49F6-99D8-1B08F73BE624}" sibTransId="{2D1EE887-D981-4797-8693-3CF80DDDDA28}"/>
    <dgm:cxn modelId="{F4AE0721-75F1-45E9-853B-6392EFB32455}" type="presOf" srcId="{0628DF13-1EE6-4170-BB06-ACFCED3746DF}" destId="{8A748C3E-CE62-4E92-A0FE-1F5548AC9D02}" srcOrd="0" destOrd="1" presId="urn:microsoft.com/office/officeart/2005/8/layout/list1"/>
    <dgm:cxn modelId="{7BA5C224-61D2-4890-A3B7-20170F103859}" srcId="{BA6B229E-3562-42CB-9BDE-9840C2EAABCE}" destId="{573BEE00-17A1-4930-80DA-675220DF42B6}" srcOrd="2" destOrd="0" parTransId="{777DB149-DFF9-40F7-8E7B-FA60BEF58FD0}" sibTransId="{8904A72F-E509-44A7-9B2E-77549312C72A}"/>
    <dgm:cxn modelId="{0258732E-D1CF-421D-B964-1D8C69E3AAFD}" type="presOf" srcId="{EE76E364-6A46-492A-9FD7-63C775ADA808}" destId="{0E75AC4A-956D-493C-A82B-572CF3B1603B}" srcOrd="0" destOrd="0" presId="urn:microsoft.com/office/officeart/2005/8/layout/list1"/>
    <dgm:cxn modelId="{EBACE240-2157-46A5-AC94-A5E7CF0A2397}" srcId="{BA6B229E-3562-42CB-9BDE-9840C2EAABCE}" destId="{BEA2152D-C046-4655-A362-CFBC7923FBEE}" srcOrd="0" destOrd="0" parTransId="{5105DE5A-A1BF-4AC9-B7DC-8BA5EF154459}" sibTransId="{4150E513-D5EA-4711-B8F3-2BDDA3C4AEDC}"/>
    <dgm:cxn modelId="{2EB6B66A-D47B-4F6E-840F-03DF5819B18A}" type="presOf" srcId="{573BEE00-17A1-4930-80DA-675220DF42B6}" destId="{8A748C3E-CE62-4E92-A0FE-1F5548AC9D02}" srcOrd="0" destOrd="5" presId="urn:microsoft.com/office/officeart/2005/8/layout/list1"/>
    <dgm:cxn modelId="{60C19F6E-51D4-469F-8CA2-D99A70A515A1}" srcId="{EE76E364-6A46-492A-9FD7-63C775ADA808}" destId="{BA6B229E-3562-42CB-9BDE-9840C2EAABCE}" srcOrd="2" destOrd="0" parTransId="{70A3C826-6850-42FF-83C7-F9DD4F109BBD}" sibTransId="{90271237-C794-41DF-86D9-A2E26E60317C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F5B37F8A-E7BD-4E4D-ABD3-AEB11F341F98}" srcId="{7316C1D6-5ECD-48F9-B1A0-54E3D68E01A3}" destId="{872B9824-DA74-4B40-B6F5-B5162C203468}" srcOrd="0" destOrd="0" parTransId="{1B568AF4-DEB1-4D63-A26E-5F8644619EDC}" sibTransId="{C84683A7-4B5E-4805-9BF5-AA75C1CD7896}"/>
    <dgm:cxn modelId="{75D38A8B-90A4-48A0-9023-AD539D3DD23F}" srcId="{EE76E364-6A46-492A-9FD7-63C775ADA808}" destId="{0628DF13-1EE6-4170-BB06-ACFCED3746DF}" srcOrd="1" destOrd="0" parTransId="{A933E876-A9A0-43DB-8592-D03B81E4AC49}" sibTransId="{E2304817-FDF2-4433-AFDF-B07F2740A536}"/>
    <dgm:cxn modelId="{C2D045A7-F4AF-4A1A-B988-A0484F0B9C95}" srcId="{7316C1D6-5ECD-48F9-B1A0-54E3D68E01A3}" destId="{B89087CC-4968-4D9D-9400-D9BAF44B38F0}" srcOrd="1" destOrd="0" parTransId="{52C65161-EA61-4E7A-81E3-DD54CBB1FBE4}" sibTransId="{63645E5B-424B-4B3F-908E-DAFD032AAE07}"/>
    <dgm:cxn modelId="{88D6E6A7-1062-4D86-9D47-5679D8845B52}" type="presOf" srcId="{228ADC0D-83DA-40CE-9EF2-B2A23B2BA12F}" destId="{529C8736-509C-426A-B1AF-D9FE39FB5B28}" srcOrd="0" destOrd="0" presId="urn:microsoft.com/office/officeart/2005/8/layout/list1"/>
    <dgm:cxn modelId="{5A3DF7AA-DA19-4FF0-BA7C-C4A7DBAC1D15}" srcId="{BA6B229E-3562-42CB-9BDE-9840C2EAABCE}" destId="{DD2A1A6C-F0EF-4D82-935F-7FAE9ECDE1CF}" srcOrd="1" destOrd="0" parTransId="{61076ED3-098D-4554-B3B3-FCA2DAB44033}" sibTransId="{0B729141-53CC-4ED0-8D02-2659E519D0CC}"/>
    <dgm:cxn modelId="{214092B1-942B-4ADA-B165-81847842D397}" type="presOf" srcId="{DD2A1A6C-F0EF-4D82-935F-7FAE9ECDE1CF}" destId="{8A748C3E-CE62-4E92-A0FE-1F5548AC9D02}" srcOrd="0" destOrd="4" presId="urn:microsoft.com/office/officeart/2005/8/layout/list1"/>
    <dgm:cxn modelId="{CD95BCB4-B697-4D00-A3DC-13A17A4E477B}" type="presOf" srcId="{872B9824-DA74-4B40-B6F5-B5162C203468}" destId="{8A748C3E-CE62-4E92-A0FE-1F5548AC9D02}" srcOrd="0" destOrd="8" presId="urn:microsoft.com/office/officeart/2005/8/layout/list1"/>
    <dgm:cxn modelId="{A87592C6-EE6F-4ACC-B9A5-8FAF6243C283}" type="presOf" srcId="{B89087CC-4968-4D9D-9400-D9BAF44B38F0}" destId="{8A748C3E-CE62-4E92-A0FE-1F5548AC9D02}" srcOrd="0" destOrd="9" presId="urn:microsoft.com/office/officeart/2005/8/layout/list1"/>
    <dgm:cxn modelId="{F37947CC-2732-4780-8622-117936D02045}" type="presOf" srcId="{BEA2152D-C046-4655-A362-CFBC7923FBEE}" destId="{8A748C3E-CE62-4E92-A0FE-1F5548AC9D02}" srcOrd="0" destOrd="3" presId="urn:microsoft.com/office/officeart/2005/8/layout/list1"/>
    <dgm:cxn modelId="{793FDACF-BAAB-4111-960F-DD86F291382E}" type="presOf" srcId="{FB7856FD-14F6-497F-A96F-439DE861ECA4}" destId="{8A748C3E-CE62-4E92-A0FE-1F5548AC9D02}" srcOrd="0" destOrd="0" presId="urn:microsoft.com/office/officeart/2005/8/layout/list1"/>
    <dgm:cxn modelId="{62B3F3D5-63C9-4915-94CA-40BB999D8B6F}" type="presOf" srcId="{EE76E364-6A46-492A-9FD7-63C775ADA808}" destId="{EF67F11A-FCD0-4E59-A23F-17BCC3FB1182}" srcOrd="1" destOrd="0" presId="urn:microsoft.com/office/officeart/2005/8/layout/list1"/>
    <dgm:cxn modelId="{639E18D9-6803-44BB-85FD-CF7E5963CA54}" type="presOf" srcId="{BA6B229E-3562-42CB-9BDE-9840C2EAABCE}" destId="{8A748C3E-CE62-4E92-A0FE-1F5548AC9D02}" srcOrd="0" destOrd="2" presId="urn:microsoft.com/office/officeart/2005/8/layout/list1"/>
    <dgm:cxn modelId="{6B7721DA-4E54-4D2F-81FA-FA47A79D03B8}" srcId="{7316C1D6-5ECD-48F9-B1A0-54E3D68E01A3}" destId="{343EF0D1-E565-4655-813A-A0BAB2E4951B}" srcOrd="2" destOrd="0" parTransId="{D1251FCA-F98D-4FEC-AF4C-52B11EB090F8}" sibTransId="{A6D716EA-7CDD-4A41-A939-9B7695890F9F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AB1ED4FA-8D38-4D35-9547-EF9814A3E7FC}" type="presOf" srcId="{343EF0D1-E565-4655-813A-A0BAB2E4951B}" destId="{8A748C3E-CE62-4E92-A0FE-1F5548AC9D02}" srcOrd="0" destOrd="10" presId="urn:microsoft.com/office/officeart/2005/8/layout/list1"/>
    <dgm:cxn modelId="{E6C9B51C-9D9C-4349-8B01-220E16E3E035}" type="presParOf" srcId="{529C8736-509C-426A-B1AF-D9FE39FB5B28}" destId="{8BC7EA25-256B-410A-8E19-CC15A19D412A}" srcOrd="0" destOrd="0" presId="urn:microsoft.com/office/officeart/2005/8/layout/list1"/>
    <dgm:cxn modelId="{1A8E06A9-881C-438B-AC9E-E5456B8C2A9B}" type="presParOf" srcId="{8BC7EA25-256B-410A-8E19-CC15A19D412A}" destId="{0E75AC4A-956D-493C-A82B-572CF3B1603B}" srcOrd="0" destOrd="0" presId="urn:microsoft.com/office/officeart/2005/8/layout/list1"/>
    <dgm:cxn modelId="{452DA45A-C2F5-4718-9F26-2EEA5A93C355}" type="presParOf" srcId="{8BC7EA25-256B-410A-8E19-CC15A19D412A}" destId="{EF67F11A-FCD0-4E59-A23F-17BCC3FB1182}" srcOrd="1" destOrd="0" presId="urn:microsoft.com/office/officeart/2005/8/layout/list1"/>
    <dgm:cxn modelId="{5E5ED27F-2AA5-4494-9356-C17CCA4FB3E7}" type="presParOf" srcId="{529C8736-509C-426A-B1AF-D9FE39FB5B28}" destId="{E84E3A97-5D14-4C15-B06F-E00215B154CE}" srcOrd="1" destOrd="0" presId="urn:microsoft.com/office/officeart/2005/8/layout/list1"/>
    <dgm:cxn modelId="{A2A9253D-2ECB-4022-A304-26101323D8B2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84974"/>
          <a:ext cx="4682021" cy="416745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377" tIns="437388" rIns="363377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100" b="1" kern="1200" dirty="0"/>
            <a:t> Framework principale</a:t>
          </a:r>
          <a:endParaRPr lang="en-US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Per dashboard amministrativa</a:t>
          </a:r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Componenti modulari: AI Assistant, AI Co-Pilot, Analytics, Storico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2100" b="1" kern="1200" dirty="0"/>
            <a:t>• </a:t>
          </a:r>
          <a:r>
            <a:rPr lang="it-IT" sz="2100" b="1" kern="1200" dirty="0" err="1"/>
            <a:t>RxJS</a:t>
          </a:r>
          <a:r>
            <a:rPr lang="it-IT" sz="2100" b="1" kern="1200" dirty="0"/>
            <a:t> 7.8.0</a:t>
          </a:r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Gestione asincrona chiamate API al </a:t>
          </a:r>
          <a:r>
            <a:rPr lang="it-IT" sz="2100" kern="1200" dirty="0" err="1"/>
            <a:t>backend</a:t>
          </a:r>
          <a:endParaRPr lang="it-IT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Polling per status documenti in analisi</a:t>
          </a:r>
        </a:p>
      </dsp:txBody>
      <dsp:txXfrm>
        <a:off x="0" y="384974"/>
        <a:ext cx="4682021" cy="4167450"/>
      </dsp:txXfrm>
    </dsp:sp>
    <dsp:sp modelId="{EF67F11A-FCD0-4E59-A23F-17BCC3FB1182}">
      <dsp:nvSpPr>
        <dsp:cNvPr id="0" name=""/>
        <dsp:cNvSpPr/>
      </dsp:nvSpPr>
      <dsp:spPr>
        <a:xfrm>
          <a:off x="234101" y="75014"/>
          <a:ext cx="3277415" cy="61992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3878" tIns="0" rIns="123878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b="1" kern="1200" dirty="0" err="1"/>
            <a:t>Frontend</a:t>
          </a:r>
          <a:r>
            <a:rPr lang="it-IT" sz="2100" b="1" kern="1200" dirty="0"/>
            <a:t> - </a:t>
          </a:r>
          <a:r>
            <a:rPr lang="it-IT" sz="2100" b="1" kern="1200" dirty="0" err="1"/>
            <a:t>Angular</a:t>
          </a:r>
          <a:endParaRPr lang="en-US" sz="2100" kern="1200" dirty="0"/>
        </a:p>
      </dsp:txBody>
      <dsp:txXfrm>
        <a:off x="264363" y="105276"/>
        <a:ext cx="3216891" cy="55939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564599"/>
          <a:ext cx="4682021" cy="39690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377" tIns="312420" rIns="363377" bIns="106680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500" b="1" kern="1200" dirty="0"/>
            <a:t>API REST </a:t>
          </a:r>
          <a:endParaRPr lang="en-US" sz="1500" kern="1200" dirty="0"/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/>
            <a:t>Endpoint per generazione testo AI (/genera)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 dirty="0"/>
            <a:t>Gestione documenti: upload, analisi, consultazione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 dirty="0"/>
            <a:t>Gestione conversazioni e storico messaggi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500" b="1" kern="1200" dirty="0"/>
            <a:t>Service Pattern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/>
            <a:t>AiService: orchestrazione generazione testo con contesto aziendale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/>
            <a:t>DocumentAnalysisService: OCR e estrazione dati da PDF/immagini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500" kern="1200" dirty="0" err="1"/>
            <a:t>AiTextGenerator</a:t>
          </a:r>
          <a:r>
            <a:rPr lang="en-US" sz="1500" kern="1200" dirty="0"/>
            <a:t>: adapter per AWS Bedrock SDK</a:t>
          </a:r>
          <a:endParaRPr lang="it-IT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500" b="1" kern="1200" dirty="0"/>
            <a:t>Active Storage</a:t>
          </a:r>
        </a:p>
        <a:p>
          <a:pPr marL="228600" lvl="2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500" kern="1200" dirty="0"/>
            <a:t>Gestione upload e storage documenti</a:t>
          </a:r>
        </a:p>
      </dsp:txBody>
      <dsp:txXfrm>
        <a:off x="0" y="564599"/>
        <a:ext cx="4682021" cy="3969000"/>
      </dsp:txXfrm>
    </dsp:sp>
    <dsp:sp modelId="{EF67F11A-FCD0-4E59-A23F-17BCC3FB1182}">
      <dsp:nvSpPr>
        <dsp:cNvPr id="0" name=""/>
        <dsp:cNvSpPr/>
      </dsp:nvSpPr>
      <dsp:spPr>
        <a:xfrm>
          <a:off x="234101" y="343199"/>
          <a:ext cx="3277415" cy="4428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3878" tIns="0" rIns="123878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500" b="1" kern="1200" dirty="0" err="1"/>
            <a:t>Backend</a:t>
          </a:r>
          <a:r>
            <a:rPr lang="it-IT" sz="1500" b="1" kern="1200" dirty="0"/>
            <a:t> - Ruby on </a:t>
          </a:r>
          <a:r>
            <a:rPr lang="it-IT" sz="1500" b="1" kern="1200" dirty="0" err="1"/>
            <a:t>Rails</a:t>
          </a:r>
          <a:endParaRPr lang="en-US" sz="1500" kern="1200" dirty="0"/>
        </a:p>
      </dsp:txBody>
      <dsp:txXfrm>
        <a:off x="255717" y="364815"/>
        <a:ext cx="3234183" cy="39956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1039962"/>
          <a:ext cx="4698998" cy="31500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4694" tIns="520700" rIns="364694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800" b="1" kern="1200" dirty="0"/>
            <a:t>Struttura dati relazionale</a:t>
          </a:r>
          <a:endParaRPr lang="en-US" sz="1800" kern="1200" dirty="0"/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Gestisce la persistenza di tutti i dati: aziende, conversazioni, toni, rating.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b="1" kern="1200" dirty="0"/>
            <a:t>Integrazione con </a:t>
          </a:r>
          <a:r>
            <a:rPr lang="it-IT" sz="1800" b="1" kern="1200" dirty="0" err="1"/>
            <a:t>Rails</a:t>
          </a:r>
          <a:endParaRPr lang="it-IT" sz="1800" b="1" kern="1200" dirty="0"/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b="0" kern="1200" dirty="0"/>
            <a:t>Supporto nativo e totale, gestito tramite </a:t>
          </a:r>
          <a:r>
            <a:rPr lang="it-IT" sz="1800" b="0" kern="1200" dirty="0" err="1"/>
            <a:t>active</a:t>
          </a:r>
          <a:r>
            <a:rPr lang="it-IT" sz="1800" b="0" kern="1200" dirty="0"/>
            <a:t> record.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b="0" kern="1200" dirty="0"/>
            <a:t>Separazione ambienti: test, </a:t>
          </a:r>
          <a:r>
            <a:rPr lang="it-IT" sz="1800" b="0" kern="1200" dirty="0" err="1"/>
            <a:t>dev</a:t>
          </a:r>
          <a:r>
            <a:rPr lang="it-IT" sz="1800" b="0" kern="1200" dirty="0"/>
            <a:t> e </a:t>
          </a:r>
          <a:r>
            <a:rPr lang="it-IT" sz="1800" b="0" kern="1200" dirty="0" err="1"/>
            <a:t>prod</a:t>
          </a:r>
          <a:r>
            <a:rPr lang="it-IT" sz="1800" b="0" kern="1200" dirty="0"/>
            <a:t>.</a:t>
          </a:r>
        </a:p>
      </dsp:txBody>
      <dsp:txXfrm>
        <a:off x="0" y="1039962"/>
        <a:ext cx="4698998" cy="3150000"/>
      </dsp:txXfrm>
    </dsp:sp>
    <dsp:sp modelId="{EF67F11A-FCD0-4E59-A23F-17BCC3FB1182}">
      <dsp:nvSpPr>
        <dsp:cNvPr id="0" name=""/>
        <dsp:cNvSpPr/>
      </dsp:nvSpPr>
      <dsp:spPr>
        <a:xfrm>
          <a:off x="234949" y="670962"/>
          <a:ext cx="3289298" cy="7380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4328" tIns="0" rIns="124328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b="1" kern="1200" dirty="0"/>
            <a:t>Database - </a:t>
          </a:r>
          <a:r>
            <a:rPr lang="it-IT" sz="2500" b="1" kern="1200" dirty="0" err="1"/>
            <a:t>PostgreSQL</a:t>
          </a:r>
          <a:endParaRPr lang="en-US" sz="2500" kern="1200" dirty="0"/>
        </a:p>
      </dsp:txBody>
      <dsp:txXfrm>
        <a:off x="270975" y="706988"/>
        <a:ext cx="3217246" cy="66594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718200"/>
          <a:ext cx="5364922" cy="56826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6378" tIns="853948" rIns="416378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800" kern="1200" dirty="0"/>
            <a:t>Modello Amazon Nova Lite v1 per generazione testo e Nova Canvas per generazioni immagini.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1800" b="1" kern="1200" dirty="0"/>
            <a:t>• AI Assistant Generativo</a:t>
          </a:r>
          <a:endParaRPr lang="en-US" sz="1800" kern="1200" dirty="0"/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System prompt personalizzato con descrizione azienda e tono.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Facilità nel cambiare modello usando API-converse.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Mantenimento contesto conversazione.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Generazione comunicazioni interne di immagini e testo.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b="1" kern="1200" dirty="0"/>
            <a:t>AI Co-Pilot </a:t>
          </a:r>
          <a:r>
            <a:rPr lang="it-IT" sz="1800" b="1" kern="1200" dirty="0" err="1"/>
            <a:t>Document</a:t>
          </a:r>
          <a:r>
            <a:rPr lang="it-IT" sz="1800" b="1" kern="1200" dirty="0"/>
            <a:t> Analysis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OCR e analisi documenti (PDF, PNG, JPEG).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Estrazione dati strutturati: tipo documento, dipendente, importo, date.</a:t>
          </a:r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800" kern="1200" dirty="0"/>
            <a:t>Output JSON validato per split e </a:t>
          </a:r>
          <a:r>
            <a:rPr lang="it-IT" sz="1800" kern="1200" dirty="0" err="1"/>
            <a:t>dispatch</a:t>
          </a:r>
          <a:r>
            <a:rPr lang="it-IT" sz="1800" kern="1200" dirty="0"/>
            <a:t> automatico.</a:t>
          </a:r>
        </a:p>
      </dsp:txBody>
      <dsp:txXfrm>
        <a:off x="0" y="718200"/>
        <a:ext cx="5364922" cy="5682600"/>
      </dsp:txXfrm>
    </dsp:sp>
    <dsp:sp modelId="{EF67F11A-FCD0-4E59-A23F-17BCC3FB1182}">
      <dsp:nvSpPr>
        <dsp:cNvPr id="0" name=""/>
        <dsp:cNvSpPr/>
      </dsp:nvSpPr>
      <dsp:spPr>
        <a:xfrm>
          <a:off x="266038" y="0"/>
          <a:ext cx="3755445" cy="121032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1947" tIns="0" rIns="141947" bIns="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b="1" kern="1200" dirty="0"/>
            <a:t>AWS </a:t>
          </a:r>
          <a:r>
            <a:rPr lang="it-IT" sz="2800" b="1" kern="1200" dirty="0" err="1"/>
            <a:t>Bedrock</a:t>
          </a:r>
          <a:endParaRPr lang="en-US" sz="2800" kern="1200" dirty="0"/>
        </a:p>
      </dsp:txBody>
      <dsp:txXfrm>
        <a:off x="325121" y="59083"/>
        <a:ext cx="3637279" cy="10921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1B8F5A89-F914-E2B7-3711-64AB67C821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467096-9EA3-48BD-A188-B604B006E20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F7AA3-9057-4429-80B9-DC3D3FD0D30E}" type="datetimeFigureOut">
              <a:rPr lang="it-IT" smtClean="0"/>
              <a:t>08/02/2026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9E148D3-8BB0-55F3-4027-DAED0CE1C5E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9417280-0247-F8E5-8FC7-1B2F1AA86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000BD-8B81-4318-A289-6CFBC0BB82A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03162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08/02/2026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BBCAD-870E-441A-8ABD-7498983D26CA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1AF9-6521-45D8-81C8-C30E3165CD88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DD6C7-F40A-4EC5-A786-66FA25D032E8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F3211-BAC3-4D93-9598-8004ABF5F295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ADF50-F9A2-4C97-A62A-50C60E010A22}" type="datetime1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27A00-663B-40A9-BEFA-F4F296EF78AF}" type="datetime1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551C3-58EC-4AFE-B5E2-D1D9ADDB2862}" type="datetime1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796EB-1B2E-4E86-83B9-1E542E7481F4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E7F15-0F43-40A0-8812-F3D41F61F70E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619D4-11F3-4F3A-84A1-FD362988ED4B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A470-53D7-43F2-A38C-35EA5C3D9E3E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9F49B2-87B6-419A-8A54-1B4526018D64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diagramColors" Target="../diagrams/colors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diagramQuickStyle" Target="../diagrams/quickStyle2.xml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diagramLayout" Target="../diagrams/layout2.xml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6.png"/><Relationship Id="rId10" Type="http://schemas.openxmlformats.org/officeDocument/2006/relationships/diagramData" Target="../diagrams/data2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4.gif"/><Relationship Id="rId14" Type="http://schemas.microsoft.com/office/2007/relationships/diagramDrawing" Target="../diagrams/drawing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diagramColors" Target="../diagrams/colors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diagramQuickStyle" Target="../diagrams/quickStyle4.xml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3.xml"/><Relationship Id="rId11" Type="http://schemas.openxmlformats.org/officeDocument/2006/relationships/diagramLayout" Target="../diagrams/layout4.xml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8.png"/><Relationship Id="rId10" Type="http://schemas.openxmlformats.org/officeDocument/2006/relationships/diagramData" Target="../diagrams/data4.xml"/><Relationship Id="rId4" Type="http://schemas.openxmlformats.org/officeDocument/2006/relationships/diagramLayout" Target="../diagrams/layout3.xml"/><Relationship Id="rId9" Type="http://schemas.openxmlformats.org/officeDocument/2006/relationships/image" Target="../media/image4.gif"/><Relationship Id="rId14" Type="http://schemas.microsoft.com/office/2007/relationships/diagramDrawing" Target="../diagrams/drawin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371600" y="3987121"/>
            <a:ext cx="14665662" cy="189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TECNOLOGIE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6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9600" dirty="0">
                  <a:latin typeface="Arial" panose="020B0604020202020204" pitchFamily="34" charset="0"/>
                  <a:cs typeface="Arial" panose="020B0604020202020204" pitchFamily="34" charset="0"/>
                </a:rPr>
                <a:t>PANORAMICA</a:t>
              </a:r>
              <a:endParaRPr lang="it-IT" sz="10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898290" y="2900911"/>
            <a:ext cx="15390367" cy="7837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NEXUM è una piattaforma HR (Human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Resources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) sviluppata da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Eggon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in collaborazione 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it-IT" sz="3600" dirty="0" err="1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BugBusters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(Gruppo 4 del corso di Ingegneria del Software, dell’ Università degli Studi di Padova)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solidFill>
                <a:srgbClr val="2125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Obiettivo: Validare moduli sperimentali basati su AI e data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analytics</a:t>
            </a: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 b="1"/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Due ambiti funzionali principali: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1. AI Assistant Generativo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Creazione automatizzata di contenuti per comunicazioni interne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2. AI Co-Pilot per Consulenti del Lavoro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Riconoscimento, split e dispaccio massivo di documenti (cedolini)</a:t>
            </a:r>
          </a:p>
          <a:p>
            <a:pPr marL="244528" lvl="1">
              <a:lnSpc>
                <a:spcPct val="150000"/>
              </a:lnSpc>
            </a:pPr>
            <a:endParaRPr lang="it-IT" sz="3600" noProof="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27FD44A-CF49-B3A2-3D65-148138B56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1</a:t>
            </a:r>
            <a:r>
              <a:rPr lang="it-IT" sz="8000" dirty="0">
                <a:solidFill>
                  <a:schemeClr val="tx1"/>
                </a:solidFill>
              </a:rPr>
              <a:t>/3</a:t>
            </a:r>
            <a:endParaRPr lang="en-US" sz="8000" dirty="0">
              <a:solidFill>
                <a:schemeClr val="tx1"/>
              </a:solidFill>
            </a:endParaRP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A8CFA5B5-1711-494A-1CC6-F8C4867B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5D0D46D-2CFC-F828-10FA-0979EA1B45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430495" y="-459216"/>
            <a:ext cx="1751433" cy="2593665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DD340952-3AF3-7B5C-445B-7C27F0D124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3241686"/>
              </p:ext>
            </p:extLst>
          </p:nvPr>
        </p:nvGraphicFramePr>
        <p:xfrm>
          <a:off x="9033979" y="5384605"/>
          <a:ext cx="4682022" cy="4627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21F5021C-4821-C0AD-5694-DF535DFD60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85892" y="5384605"/>
            <a:ext cx="3124200" cy="31242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95DB75E9-CD3D-FFF1-86AC-BCA7CB6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2/3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3DA2511E-05AC-BBE4-C039-AF9B6FD9A6D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  <p:graphicFrame>
        <p:nvGraphicFramePr>
          <p:cNvPr id="3" name="CasellaDiTesto 13">
            <a:extLst>
              <a:ext uri="{FF2B5EF4-FFF2-40B4-BE49-F238E27FC236}">
                <a16:creationId xmlns:a16="http://schemas.microsoft.com/office/drawing/2014/main" id="{0DED4B0F-22C3-253F-3825-051DD7972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72648828"/>
              </p:ext>
            </p:extLst>
          </p:nvPr>
        </p:nvGraphicFramePr>
        <p:xfrm>
          <a:off x="9033979" y="266700"/>
          <a:ext cx="4682022" cy="4876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A737506B-688B-1A18-80D6-2BE3C0E1DF9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25436" y="1485900"/>
            <a:ext cx="4645112" cy="17514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602B6-6C83-74A3-7D90-F86805C5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D151A9AD-F8CD-C4AD-E428-49F353B94B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1D6B63EE-4D46-A2CB-CD47-0CE37A2F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9799902"/>
              </p:ext>
            </p:extLst>
          </p:nvPr>
        </p:nvGraphicFramePr>
        <p:xfrm>
          <a:off x="2667000" y="5067300"/>
          <a:ext cx="4698998" cy="4860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0E2DC916-4A74-2535-DB55-323B51CC63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94133" y="6896100"/>
            <a:ext cx="4648199" cy="21336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F1E2521F-AAF4-A763-2449-24818C6F0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002000" y="9563100"/>
            <a:ext cx="2895600" cy="365125"/>
          </a:xfrm>
        </p:spPr>
        <p:txBody>
          <a:bodyPr/>
          <a:lstStyle/>
          <a:p>
            <a:r>
              <a:rPr lang="en-US" sz="8000" dirty="0">
                <a:solidFill>
                  <a:schemeClr val="tx1"/>
                </a:solidFill>
              </a:rPr>
              <a:t>3/3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AC66A127-B8D8-8C7D-FE9C-D9FFA5ADE8F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  <p:graphicFrame>
        <p:nvGraphicFramePr>
          <p:cNvPr id="3" name="CasellaDiTesto 13">
            <a:extLst>
              <a:ext uri="{FF2B5EF4-FFF2-40B4-BE49-F238E27FC236}">
                <a16:creationId xmlns:a16="http://schemas.microsoft.com/office/drawing/2014/main" id="{56331CA3-FBC4-18A2-8C3E-A4C32B5E6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62760131"/>
              </p:ext>
            </p:extLst>
          </p:nvPr>
        </p:nvGraphicFramePr>
        <p:xfrm>
          <a:off x="9113078" y="190500"/>
          <a:ext cx="5364922" cy="6400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4E85F1FC-300F-72D4-5921-6319376B4E2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68681" y="1506608"/>
            <a:ext cx="5079999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08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354</Words>
  <Application>Microsoft Office PowerPoint</Application>
  <PresentationFormat>Personalizzato</PresentationFormat>
  <Paragraphs>54</Paragraphs>
  <Slides>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14" baseType="lpstr">
      <vt:lpstr>Wingdings</vt:lpstr>
      <vt:lpstr>Tenor Sans</vt:lpstr>
      <vt:lpstr>Goudy</vt:lpstr>
      <vt:lpstr>Aptos</vt:lpstr>
      <vt:lpstr>Neue Montreal</vt:lpstr>
      <vt:lpstr>Neue Montreal Bold</vt:lpstr>
      <vt:lpstr>Arial</vt:lpstr>
      <vt:lpstr>Overpass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Marco Favero</cp:lastModifiedBy>
  <cp:revision>72</cp:revision>
  <dcterms:created xsi:type="dcterms:W3CDTF">2006-08-16T00:00:00Z</dcterms:created>
  <dcterms:modified xsi:type="dcterms:W3CDTF">2026-02-08T14:18:36Z</dcterms:modified>
  <dc:identifier>DAG2oYW1E2g</dc:identifier>
</cp:coreProperties>
</file>