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</p:sldIdLst>
  <p:sldSz cx="18288000" cy="10287000"/>
  <p:notesSz cx="6858000" cy="9144000"/>
  <p:embeddedFontLst>
    <p:embeddedFont>
      <p:font typeface="Goudy" panose="020B0604020202020204" charset="0"/>
      <p:regular r:id="rId13"/>
    </p:embeddedFont>
    <p:embeddedFont>
      <p:font typeface="Neue Montreal" panose="020B0604020202020204" charset="0"/>
      <p:regular r:id="rId14"/>
    </p:embeddedFont>
    <p:embeddedFont>
      <p:font typeface="Neue Montreal Bold" panose="020B0604020202020204" charset="0"/>
      <p:regular r:id="rId15"/>
    </p:embeddedFont>
    <p:embeddedFont>
      <p:font typeface="Overpass" panose="020B0604020202020204" charset="0"/>
      <p:regular r:id="rId16"/>
    </p:embeddedFont>
    <p:embeddedFont>
      <p:font typeface="Tenor San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174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12/01/2026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29B2-3DD6-7934-967B-094C75BF9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FF852-E89E-057A-1D38-453DED56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B22940-E3D2-376D-0073-1B881715B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73DBCD-C00D-1B3C-1E8F-C66246A4F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44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FE87-2A41-EF13-931E-A4331075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75F18D-5865-BE05-2685-AE965157A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6E39D-65D5-05CE-5936-3D082ED8F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F618B9-FE6A-9DB0-E592-4A8CD6221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188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BBFB-0D3A-756A-36DA-8F999709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986AB1-AC2C-2322-F30B-7AF8FDA2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FB8B50F-AF93-1A44-8C7A-01B9C0C92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7CF5ED-BDE1-B97C-49BA-0CEDF70FD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005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83220-EBB2-564E-5A5F-A58C3DA76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B56BFC-7EC0-CC53-A615-1DA4BD521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CE8BE82-2835-14AC-C8ED-FAE434305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37AF6D6-E6ED-A350-CFF3-E03CC1C09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55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CE31-21CD-0E24-21EF-DF54B61C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91AB6B-4E16-DC36-2073-2BBDBBE6A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D894E1-756A-DA2C-FA44-BA3681DEA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73C369-D487-4293-85AD-AFDBF172B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098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5F2A-E41C-8FB7-F77D-375E5484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117E72-EEBC-2213-BE3E-7C8457212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2463D8E-83FB-DB2D-5007-2721D2AB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FB0CFA6-A5F6-6284-4AC3-B516091BA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92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652" y="3424288"/>
            <a:ext cx="15185948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PRESENTAZIONE RTB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impliciti;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69414"/>
              </p:ext>
            </p:extLst>
          </p:nvPr>
        </p:nvGraphicFramePr>
        <p:xfrm>
          <a:off x="916433" y="3623300"/>
          <a:ext cx="15773400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520848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3436662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Categoria Requisito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Tipo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Quantità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Categoria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</a:t>
                      </a:r>
                      <a:r>
                        <a:rPr lang="it-IT" sz="3200" b="1" u="none" strike="noStrike" dirty="0">
                          <a:solidFill>
                            <a:sysClr val="windowText" lastClr="000000"/>
                          </a:solidFill>
                          <a:effectLst/>
                        </a:rPr>
                        <a:t>Funzionali</a:t>
                      </a:r>
                      <a:r>
                        <a:rPr lang="it-IT" sz="3200" b="1" u="none" strike="noStrike" dirty="0">
                          <a:effectLst/>
                        </a:rPr>
                        <a:t> (RF)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105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143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Qualità (RQ)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Vincolo (RV)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Prestazionali (RP)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Desiderabili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COMPLESSIVO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163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F40E-F280-F313-B170-16E6288F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2636085-A693-D4A3-30C8-9A81F36B80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31F50A-5B16-F590-D8AA-9DC13126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674D9BAB-0694-8FA4-B90B-BED632C0A45D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434A78-CD44-62AA-A20C-9C574E44F3B0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71B642E-30D7-1A33-189C-B4EB591A7541}"/>
                </a:ext>
              </a:extLst>
            </p:cNvPr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3CB4F33-0BAA-CFF4-A4F8-FDA9B325A1B4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Alto rischio tecnologico dovuto alla poca esperienza del gruppo con le tecnologie utilizzate</a:t>
            </a:r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F46F7CF8-0E4D-E768-7C1D-3926AFFCE1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4680395"/>
            <a:ext cx="3486637" cy="1314633"/>
          </a:xfrm>
          <a:prstGeom prst="rect">
            <a:avLst/>
          </a:prstGeom>
        </p:spPr>
      </p:pic>
      <p:pic>
        <p:nvPicPr>
          <p:cNvPr id="12" name="Immagine 11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7344410B-1D5D-AAFC-EDF9-C507CB0B4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3878063"/>
            <a:ext cx="3656768" cy="36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1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E8E62-5108-D482-AAA3-E715343C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4EC249A-9DDC-7352-79CB-6D8E95403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5268FE3-745A-1979-4FFD-6B8BFC6BF5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361B0CD7-A89E-DE2A-6FBB-1BEC96A7593F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E66CC5B-1415-040E-2D86-BD69EAC51F76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8BE740A-FE9A-E344-E349-87ED38E70557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FC53A6-2E64-008D-E70C-C3D2536341D2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Aggiunta di una versione del Glossario utilizzabile ogni volta che si apre un documento del sito</a:t>
            </a:r>
          </a:p>
        </p:txBody>
      </p:sp>
    </p:spTree>
    <p:extLst>
      <p:ext uri="{BB962C8B-B14F-4D97-AF65-F5344CB8AC3E}">
        <p14:creationId xmlns:p14="http://schemas.microsoft.com/office/powerpoint/2010/main" val="388713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7E254-2660-76BF-DABA-E29EB3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A07EF05-BB3A-AA4E-51F0-55F87AF3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17D02B76-37BA-B73E-A9DE-E1F7BFC4AC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C7F0BB9-A6EB-2176-8478-76EBD056C514}"/>
              </a:ext>
            </a:extLst>
          </p:cNvPr>
          <p:cNvGrpSpPr/>
          <p:nvPr/>
        </p:nvGrpSpPr>
        <p:grpSpPr>
          <a:xfrm>
            <a:off x="188063" y="-228599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D72DF4B-077A-88D2-45F8-83AEEECB7871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EB526A9-A007-4C63-4DDF-4D661FFD04CE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5B760-63D5-F27A-63C1-CD0ECBCC2770}"/>
              </a:ext>
            </a:extLst>
          </p:cNvPr>
          <p:cNvSpPr txBox="1"/>
          <p:nvPr/>
        </p:nvSpPr>
        <p:spPr>
          <a:xfrm>
            <a:off x="916433" y="17392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Ristrutturazione del sito dividendolo in CANDIDATURA, DIAPOSITIVE E RTB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6C1D2AB-FFA0-C45F-7A4D-D28A6083D0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8534" y="3872829"/>
            <a:ext cx="4908680" cy="6390138"/>
          </a:xfrm>
          <a:prstGeom prst="rect">
            <a:avLst/>
          </a:prstGeom>
        </p:spPr>
      </p:pic>
      <p:pic>
        <p:nvPicPr>
          <p:cNvPr id="8" name="Immagine 7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1D420CE6-53C6-A0AD-AB37-58BCAC66CA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72829"/>
            <a:ext cx="7052366" cy="6213864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8942479-65D2-9A5A-09B2-DC2049201200}"/>
              </a:ext>
            </a:extLst>
          </p:cNvPr>
          <p:cNvSpPr txBox="1"/>
          <p:nvPr/>
        </p:nvSpPr>
        <p:spPr>
          <a:xfrm>
            <a:off x="4198070" y="3248786"/>
            <a:ext cx="1593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PRIMA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8EEC8-AB83-4625-696B-C42D283CBDEA}"/>
              </a:ext>
            </a:extLst>
          </p:cNvPr>
          <p:cNvSpPr txBox="1"/>
          <p:nvPr/>
        </p:nvSpPr>
        <p:spPr>
          <a:xfrm>
            <a:off x="12546021" y="3164943"/>
            <a:ext cx="14446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DOPO</a:t>
            </a:r>
          </a:p>
        </p:txBody>
      </p:sp>
    </p:spTree>
    <p:extLst>
      <p:ext uri="{BB962C8B-B14F-4D97-AF65-F5344CB8AC3E}">
        <p14:creationId xmlns:p14="http://schemas.microsoft.com/office/powerpoint/2010/main" val="1319620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84F251-74D2-D6A0-DF35-810DC97A1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C761D68-B4C9-E056-9434-30C6476BF6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B97A3C2-BDE2-E7C2-3AC0-A52E0EAE3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593F4571-6FA0-AFD7-E270-4B4EF9438ACF}"/>
              </a:ext>
            </a:extLst>
          </p:cNvPr>
          <p:cNvGrpSpPr/>
          <p:nvPr/>
        </p:nvGrpSpPr>
        <p:grpSpPr>
          <a:xfrm>
            <a:off x="188063" y="266700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2CA414E-7EB1-AD3A-E4E0-06C1C55B727C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96068F1-B303-CDE0-05D6-4E0639955D50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87392E7-25AA-5C8B-B179-59FF6061F484}"/>
              </a:ext>
            </a:extLst>
          </p:cNvPr>
          <p:cNvSpPr txBox="1"/>
          <p:nvPr/>
        </p:nvSpPr>
        <p:spPr>
          <a:xfrm>
            <a:off x="916433" y="27298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È stata migliorata l’organizzazione del gruppo con compiti più specifici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Ora vengono utilizzate le Pull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Request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3019794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83E44A-613E-D92F-837E-A019C5B8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46DE6D0-D9B0-734A-1FCA-F0CE887653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984546D-9349-8D71-3F0B-50319B1D30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16CAF2C4-D6E9-870F-DF10-8C565897E6C4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B642F9-0563-89DB-E2FC-DB36054AC348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3163DFA1-F0AD-9454-C503-A5B96B5BD3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AUTOVALUTAZIONE DEL LAVORO SVOLTO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FC49D7-239D-F711-638F-37B046268569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Generalmente, il gruppo è molto soddisfatto di come sta lavorando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Tutti hanno contribuito al raggiungimento della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Requirements</a:t>
            </a: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 and Technology Baseline (ognuno con un compito specifico)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/>
              <a:t>Siamo soddisfatti anche del Proponente </a:t>
            </a:r>
            <a:r>
              <a:rPr lang="it-IT" sz="3600" dirty="0" err="1"/>
              <a:t>Eggon</a:t>
            </a:r>
            <a:r>
              <a:rPr lang="it-IT" sz="3600" dirty="0"/>
              <a:t>, che ci sta seguendo e consigliando con competenza e diligenza.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1377426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30D894E-9F81-0799-261D-26F26F6E21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7834DC9-29B1-E974-D1B3-0D026A1189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ESITO DELLA RIUNIONE CON IL PROF. CARDIN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7A3278-2F26-2792-E468-CCB134F64108}"/>
              </a:ext>
            </a:extLst>
          </p:cNvPr>
          <p:cNvSpPr txBox="1"/>
          <p:nvPr/>
        </p:nvSpPr>
        <p:spPr>
          <a:xfrm>
            <a:off x="916433" y="2729829"/>
            <a:ext cx="15773400" cy="6466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9600" dirty="0">
                <a:solidFill>
                  <a:srgbClr val="FF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DA FARE DOPO AVER AVUTO IL SEMAFORO VERDE</a:t>
            </a: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88F7ECE-4608-AEEA-6C84-A8FB95AC7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BC4EDA7-3E7A-0119-B8BF-2243AA82BC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188063" y="-419100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26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CONSUNTIVO DI PERIODO ALLO STATO ATTUALE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utilizzate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fino</a:t>
            </a:r>
            <a:r>
              <a:rPr lang="it-IT" sz="3500" dirty="0">
                <a:solidFill>
                  <a:srgbClr val="FF0000"/>
                </a:solidFill>
              </a:rPr>
              <a:t> allo</a:t>
            </a:r>
            <a:r>
              <a:rPr sz="3500" dirty="0">
                <a:solidFill>
                  <a:srgbClr val="FF0000"/>
                </a:solidFill>
              </a:rPr>
              <a:t> Sprint 4: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746364"/>
              </p:ext>
            </p:extLst>
          </p:nvPr>
        </p:nvGraphicFramePr>
        <p:xfrm>
          <a:off x="4495800" y="2400300"/>
          <a:ext cx="9525000" cy="2641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Descrizione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Ore (h)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Costo (€)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1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52h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1.240€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2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42h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945€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3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48h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1.060€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4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43h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1.000€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Totale utilizzato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185h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4.245€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CDA4C9E-2610-BA54-8981-DBEB6AF0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079585"/>
              </p:ext>
            </p:extLst>
          </p:nvPr>
        </p:nvGraphicFramePr>
        <p:xfrm>
          <a:off x="4491110" y="6591300"/>
          <a:ext cx="9525000" cy="3059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Ruolo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Ore Rimanenti (h)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Costo Rimanente (€)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411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36h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1080€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Amministratore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225€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88h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2200€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Programmatore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167h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2505€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129h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1935€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459h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8545€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0363CB-548F-CB69-7CE7-04DB4FF33DC4}"/>
              </a:ext>
            </a:extLst>
          </p:cNvPr>
          <p:cNvSpPr txBox="1"/>
          <p:nvPr/>
        </p:nvSpPr>
        <p:spPr>
          <a:xfrm>
            <a:off x="4650582" y="5579358"/>
            <a:ext cx="92154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 rimanenti</a:t>
            </a: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E2D0EF-912F-B7B2-D128-0F4227BE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0787627-B2AA-EB99-8F1D-4EE8F905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9D61B407-D401-5A8F-E8CA-D21C66FF16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3E1120F-173E-1A26-ECC3-12A127D2BFAA}"/>
              </a:ext>
            </a:extLst>
          </p:cNvPr>
          <p:cNvGrpSpPr/>
          <p:nvPr/>
        </p:nvGrpSpPr>
        <p:grpSpPr>
          <a:xfrm>
            <a:off x="188063" y="-152399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05B438E-459C-F638-136A-659146638115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0F51ACA-F2EE-1AFD-FA56-006D184A1AD3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312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NUMERO DI ORE PER MEMBRO DEL GRUPPO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F38B5841-F094-A81A-DA41-9D64B1B5E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448604"/>
              </p:ext>
            </p:extLst>
          </p:nvPr>
        </p:nvGraphicFramePr>
        <p:xfrm>
          <a:off x="1198931" y="2244832"/>
          <a:ext cx="15544800" cy="4048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Membro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Amministratore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Programmatore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Autiero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7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9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Favero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3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4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Pignat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6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Piro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2344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 err="1">
                          <a:effectLst/>
                        </a:rPr>
                        <a:t>Linor</a:t>
                      </a:r>
                      <a:r>
                        <a:rPr lang="it-IT" sz="2000" b="1" u="none" strike="noStrike" dirty="0">
                          <a:effectLst/>
                        </a:rPr>
                        <a:t> </a:t>
                      </a:r>
                      <a:r>
                        <a:rPr lang="it-IT" sz="2000" b="1" u="none" strike="noStrike" dirty="0" err="1">
                          <a:effectLst/>
                        </a:rPr>
                        <a:t>Sadè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5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Leonardo Salviato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13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6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Luca Slongo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54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COMPLESSIVO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867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422</Words>
  <Application>Microsoft Office PowerPoint</Application>
  <PresentationFormat>Personalizzato</PresentationFormat>
  <Paragraphs>185</Paragraphs>
  <Slides>10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20" baseType="lpstr">
      <vt:lpstr>Wingdings</vt:lpstr>
      <vt:lpstr>Tenor Sans</vt:lpstr>
      <vt:lpstr>Overpass</vt:lpstr>
      <vt:lpstr>Neue Montreal</vt:lpstr>
      <vt:lpstr>Goudy</vt:lpstr>
      <vt:lpstr>Calibri</vt:lpstr>
      <vt:lpstr>Neue Montreal Bold</vt:lpstr>
      <vt:lpstr>Aptos</vt:lpstr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93</cp:revision>
  <dcterms:created xsi:type="dcterms:W3CDTF">2006-08-16T00:00:00Z</dcterms:created>
  <dcterms:modified xsi:type="dcterms:W3CDTF">2026-01-12T13:43:04Z</dcterms:modified>
  <dc:identifier>DAG2oYW1E2g</dc:identifier>
</cp:coreProperties>
</file>