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79" r:id="rId2"/>
    <p:sldId id="286" r:id="rId3"/>
    <p:sldId id="257" r:id="rId4"/>
    <p:sldId id="282" r:id="rId5"/>
    <p:sldId id="283" r:id="rId6"/>
    <p:sldId id="285" r:id="rId7"/>
    <p:sldId id="284" r:id="rId8"/>
    <p:sldId id="288" r:id="rId9"/>
    <p:sldId id="276" r:id="rId10"/>
    <p:sldId id="277" r:id="rId11"/>
    <p:sldId id="289" r:id="rId12"/>
    <p:sldId id="290" r:id="rId13"/>
  </p:sldIdLst>
  <p:sldSz cx="18288000" cy="10287000"/>
  <p:notesSz cx="6858000" cy="9144000"/>
  <p:embeddedFontLst>
    <p:embeddedFont>
      <p:font typeface="Goudy" panose="020B0604020202020204" charset="0"/>
      <p:regular r:id="rId15"/>
    </p:embeddedFont>
    <p:embeddedFont>
      <p:font typeface="Neue Montreal" panose="020B0604020202020204" charset="0"/>
      <p:regular r:id="rId16"/>
    </p:embeddedFont>
    <p:embeddedFont>
      <p:font typeface="Overpass" panose="020B0604020202020204" charset="0"/>
      <p:regular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4C0"/>
    <a:srgbClr val="FFFFFF"/>
    <a:srgbClr val="318BC9"/>
    <a:srgbClr val="FFFAEF"/>
    <a:srgbClr val="68AEDE"/>
    <a:srgbClr val="2C83BE"/>
    <a:srgbClr val="2C8A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E34BD-122E-AD0F-E522-FE621DF38331}" v="1" dt="2026-02-17T20:26:05.911"/>
    <p1510:client id="{0763F1E3-95C4-B476-0B1D-FA6D715B61B2}" v="845" dt="2026-02-18T12:30:15.527"/>
    <p1510:client id="{2059A057-64A0-5DC7-D772-A6166D0F1F5B}" v="10" dt="2026-02-18T13:34:11.296"/>
    <p1510:client id="{21713EAA-38C4-6C35-E323-E7098A6031F6}" v="7" dt="2026-02-18T15:03:55.791"/>
    <p1510:client id="{32C5C086-3B85-37D4-E2C3-10605425BCA9}" v="36" dt="2026-02-18T08:16:53.516"/>
    <p1510:client id="{3C6E27CD-796C-50D9-A9FC-062EC411A2A6}" v="57" dt="2026-02-18T17:57:46.169"/>
    <p1510:client id="{40E327E5-0FE3-4856-864E-FE409C4240B6}" v="16" dt="2026-02-18T17:52:34.434"/>
    <p1510:client id="{45D9789D-213D-6B4D-30E2-34310DBE71E6}" v="12" dt="2026-02-18T17:54:20.496"/>
    <p1510:client id="{460AEC5D-3AC3-A2D0-197E-2286CB217F37}" v="7" dt="2026-02-18T18:02:32.297"/>
    <p1510:client id="{492ECB53-1E0B-E8AF-C511-951C6AE8ED14}" v="3" dt="2026-02-17T20:44:22.921"/>
    <p1510:client id="{4A381B1F-EA96-9F1C-96F1-B63D45442BE3}" v="1089" dt="2026-02-18T08:56:38.517"/>
    <p1510:client id="{52B4DD2D-76B3-9BF7-BE03-C84696848F8C}" v="18" dt="2026-02-18T20:29:32.482"/>
    <p1510:client id="{57CBE289-7FFD-2276-1FCF-F28EAE4DFAD9}" v="77" dt="2026-02-18T21:51:26.574"/>
    <p1510:client id="{616FD7DA-FFF4-441C-BB76-E0BABCB61185}" v="70" dt="2026-02-17T20:46:55.059"/>
    <p1510:client id="{6E5A5160-6634-3DD5-A1C1-9E15A5AD1F0E}" v="50" dt="2026-02-17T20:44:26.872"/>
    <p1510:client id="{7BDE0BC8-D1E1-9EC6-BF92-7F45FFBAA318}" v="71" dt="2026-02-18T16:15:38.797"/>
    <p1510:client id="{859059CF-21FF-0DEC-6D13-72DAE0B886F4}" v="155" dt="2026-02-17T20:38:31.959"/>
    <p1510:client id="{911BC8AB-80A2-1F58-0D98-E2853EA2E50B}" v="130" dt="2026-02-17T20:46:29.228"/>
    <p1510:client id="{942AA0F8-F7EC-FB4A-A764-7F8A78DA38B5}" v="187" dt="2026-02-17T20:33:15.549"/>
    <p1510:client id="{AD28E0FC-994F-341B-12E7-8DC0393905C9}" v="1459" dt="2026-02-18T13:29:15.906"/>
    <p1510:client id="{B2C27B5A-0CC9-7F71-2AF6-B3A17284E5B0}" v="96" dt="2026-02-18T11:14:50.481"/>
    <p1510:client id="{B60FDE84-A7F7-DD14-3274-EB2D8E92C5FF}" v="8" dt="2026-02-18T16:47:19.345"/>
    <p1510:client id="{BA5D7DE6-F734-2C28-27FB-BB4044CA2312}" v="80" dt="2026-02-18T06:54:56.627"/>
    <p1510:client id="{BCC17169-7884-4CF3-8635-E2320A9C8322}" v="3" dt="2026-02-18T02:44:10.684"/>
    <p1510:client id="{BCE27AAC-279A-4FCE-A8BA-F0F53D70256D}" v="549" dt="2026-02-18T17:53:31.382"/>
    <p1510:client id="{CB3CE667-729F-ED00-4157-0E6959BB3FC1}" v="9" dt="2026-02-18T13:45:23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25E5076-3810-47DD-B79F-674D7AD40C01}" styleName="Stile scuro 1 - Color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74"/>
        <p:guide pos="292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ente guest" providerId="Windows Live" clId="Web-{942AA0F8-F7EC-FB4A-A764-7F8A78DA38B5}"/>
    <pc:docChg chg="delSld modSld">
      <pc:chgData name="Utente guest" userId="" providerId="Windows Live" clId="Web-{942AA0F8-F7EC-FB4A-A764-7F8A78DA38B5}" dt="2026-02-17T20:33:15.549" v="77"/>
      <pc:docMkLst>
        <pc:docMk/>
      </pc:docMkLst>
      <pc:sldChg chg="addSp delSp modSp">
        <pc:chgData name="Utente guest" userId="" providerId="Windows Live" clId="Web-{942AA0F8-F7EC-FB4A-A764-7F8A78DA38B5}" dt="2026-02-17T20:30:50.839" v="60" actId="20577"/>
        <pc:sldMkLst>
          <pc:docMk/>
          <pc:sldMk cId="0" sldId="257"/>
        </pc:sldMkLst>
        <pc:spChg chg="mod">
          <ac:chgData name="Utente guest" userId="" providerId="Windows Live" clId="Web-{942AA0F8-F7EC-FB4A-A764-7F8A78DA38B5}" dt="2026-02-17T20:23:22.807" v="2" actId="20577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Utente guest" userId="" providerId="Windows Live" clId="Web-{942AA0F8-F7EC-FB4A-A764-7F8A78DA38B5}" dt="2026-02-17T20:30:50.839" v="60" actId="20577"/>
          <ac:spMkLst>
            <pc:docMk/>
            <pc:sldMk cId="0" sldId="257"/>
            <ac:spMk id="11" creationId="{A4146B6F-3561-7E3F-94E0-8B9B05CB6291}"/>
          </ac:spMkLst>
        </pc:spChg>
        <pc:picChg chg="add del mod">
          <ac:chgData name="Utente guest" userId="" providerId="Windows Live" clId="Web-{942AA0F8-F7EC-FB4A-A764-7F8A78DA38B5}" dt="2026-02-17T20:28:20.360" v="20"/>
          <ac:picMkLst>
            <pc:docMk/>
            <pc:sldMk cId="0" sldId="257"/>
            <ac:picMk id="7" creationId="{F5B0568F-6FC2-3056-0CBA-485AAD3D84FD}"/>
          </ac:picMkLst>
        </pc:picChg>
      </pc:sldChg>
      <pc:sldChg chg="addSp modSp">
        <pc:chgData name="Utente guest" userId="" providerId="Windows Live" clId="Web-{942AA0F8-F7EC-FB4A-A764-7F8A78DA38B5}" dt="2026-02-17T20:30:48.433" v="59" actId="20577"/>
        <pc:sldMkLst>
          <pc:docMk/>
          <pc:sldMk cId="3058511793" sldId="271"/>
        </pc:sldMkLst>
        <pc:spChg chg="add mod">
          <ac:chgData name="Utente guest" userId="" providerId="Windows Live" clId="Web-{942AA0F8-F7EC-FB4A-A764-7F8A78DA38B5}" dt="2026-02-17T20:30:48.433" v="59" actId="20577"/>
          <ac:spMkLst>
            <pc:docMk/>
            <pc:sldMk cId="3058511793" sldId="271"/>
            <ac:spMk id="9" creationId="{70E835F4-BC48-2633-7435-0A754F152D05}"/>
          </ac:spMkLst>
        </pc:spChg>
        <pc:picChg chg="mod">
          <ac:chgData name="Utente guest" userId="" providerId="Windows Live" clId="Web-{942AA0F8-F7EC-FB4A-A764-7F8A78DA38B5}" dt="2026-02-17T20:26:40.701" v="8" actId="1076"/>
          <ac:picMkLst>
            <pc:docMk/>
            <pc:sldMk cId="3058511793" sldId="271"/>
            <ac:picMk id="8" creationId="{F46F7CF8-0E4D-E768-7C1D-3926AFFCE1C8}"/>
          </ac:picMkLst>
        </pc:picChg>
        <pc:picChg chg="mod">
          <ac:chgData name="Utente guest" userId="" providerId="Windows Live" clId="Web-{942AA0F8-F7EC-FB4A-A764-7F8A78DA38B5}" dt="2026-02-17T20:26:42.154" v="9" actId="1076"/>
          <ac:picMkLst>
            <pc:docMk/>
            <pc:sldMk cId="3058511793" sldId="271"/>
            <ac:picMk id="12" creationId="{7344410B-1D5D-AAFC-EDF9-C507CB0B45BB}"/>
          </ac:picMkLst>
        </pc:picChg>
      </pc:sldChg>
      <pc:sldChg chg="addSp modSp">
        <pc:chgData name="Utente guest" userId="" providerId="Windows Live" clId="Web-{942AA0F8-F7EC-FB4A-A764-7F8A78DA38B5}" dt="2026-02-17T20:30:46.011" v="58" actId="20577"/>
        <pc:sldMkLst>
          <pc:docMk/>
          <pc:sldMk cId="3887135255" sldId="272"/>
        </pc:sldMkLst>
        <pc:spChg chg="mod">
          <ac:chgData name="Utente guest" userId="" providerId="Windows Live" clId="Web-{942AA0F8-F7EC-FB4A-A764-7F8A78DA38B5}" dt="2026-02-17T20:27:36.279" v="12" actId="20577"/>
          <ac:spMkLst>
            <pc:docMk/>
            <pc:sldMk cId="3887135255" sldId="272"/>
            <ac:spMk id="6" creationId="{B8BE740A-FE9A-E344-E349-87ED38E70557}"/>
          </ac:spMkLst>
        </pc:spChg>
        <pc:spChg chg="add mod">
          <ac:chgData name="Utente guest" userId="" providerId="Windows Live" clId="Web-{942AA0F8-F7EC-FB4A-A764-7F8A78DA38B5}" dt="2026-02-17T20:26:03.263" v="5" actId="1076"/>
          <ac:spMkLst>
            <pc:docMk/>
            <pc:sldMk cId="3887135255" sldId="272"/>
            <ac:spMk id="7" creationId="{587392E7-25AA-5C8B-B179-59FF6061F484}"/>
          </ac:spMkLst>
        </pc:spChg>
        <pc:spChg chg="add mod">
          <ac:chgData name="Utente guest" userId="" providerId="Windows Live" clId="Web-{942AA0F8-F7EC-FB4A-A764-7F8A78DA38B5}" dt="2026-02-17T20:30:46.011" v="58" actId="20577"/>
          <ac:spMkLst>
            <pc:docMk/>
            <pc:sldMk cId="3887135255" sldId="272"/>
            <ac:spMk id="9" creationId="{28D02FDF-ABF6-BCA9-623B-D4FC65216350}"/>
          </ac:spMkLst>
        </pc:spChg>
      </pc:sldChg>
      <pc:sldChg chg="addSp modSp">
        <pc:chgData name="Utente guest" userId="" providerId="Windows Live" clId="Web-{942AA0F8-F7EC-FB4A-A764-7F8A78DA38B5}" dt="2026-02-17T20:30:43.292" v="57" actId="20577"/>
        <pc:sldMkLst>
          <pc:docMk/>
          <pc:sldMk cId="1319620514" sldId="273"/>
        </pc:sldMkLst>
        <pc:spChg chg="mod">
          <ac:chgData name="Utente guest" userId="" providerId="Windows Live" clId="Web-{942AA0F8-F7EC-FB4A-A764-7F8A78DA38B5}" dt="2026-02-17T20:27:45.076" v="17" actId="20577"/>
          <ac:spMkLst>
            <pc:docMk/>
            <pc:sldMk cId="1319620514" sldId="273"/>
            <ac:spMk id="6" creationId="{AEB526A9-A007-4C63-4DDF-4D661FFD04CE}"/>
          </ac:spMkLst>
        </pc:spChg>
        <pc:spChg chg="add mod">
          <ac:chgData name="Utente guest" userId="" providerId="Windows Live" clId="Web-{942AA0F8-F7EC-FB4A-A764-7F8A78DA38B5}" dt="2026-02-17T20:30:43.292" v="57" actId="20577"/>
          <ac:spMkLst>
            <pc:docMk/>
            <pc:sldMk cId="1319620514" sldId="273"/>
            <ac:spMk id="13" creationId="{F125DB55-F7E4-16FB-84FC-4415FDCF1F71}"/>
          </ac:spMkLst>
        </pc:spChg>
      </pc:sldChg>
      <pc:sldChg chg="delSp del">
        <pc:chgData name="Utente guest" userId="" providerId="Windows Live" clId="Web-{942AA0F8-F7EC-FB4A-A764-7F8A78DA38B5}" dt="2026-02-17T20:26:05.560" v="6"/>
        <pc:sldMkLst>
          <pc:docMk/>
          <pc:sldMk cId="3019794717" sldId="274"/>
        </pc:sldMkLst>
        <pc:spChg chg="del">
          <ac:chgData name="Utente guest" userId="" providerId="Windows Live" clId="Web-{942AA0F8-F7EC-FB4A-A764-7F8A78DA38B5}" dt="2026-02-17T20:25:55.106" v="3"/>
          <ac:spMkLst>
            <pc:docMk/>
            <pc:sldMk cId="3019794717" sldId="274"/>
            <ac:spMk id="10" creationId="{587392E7-25AA-5C8B-B179-59FF6061F484}"/>
          </ac:spMkLst>
        </pc:spChg>
      </pc:sldChg>
      <pc:sldChg chg="addSp modSp">
        <pc:chgData name="Utente guest" userId="" providerId="Windows Live" clId="Web-{942AA0F8-F7EC-FB4A-A764-7F8A78DA38B5}" dt="2026-02-17T20:30:41.042" v="56" actId="20577"/>
        <pc:sldMkLst>
          <pc:docMk/>
          <pc:sldMk cId="1377426700" sldId="275"/>
        </pc:sldMkLst>
        <pc:spChg chg="add mod">
          <ac:chgData name="Utente guest" userId="" providerId="Windows Live" clId="Web-{942AA0F8-F7EC-FB4A-A764-7F8A78DA38B5}" dt="2026-02-17T20:30:41.042" v="56" actId="20577"/>
          <ac:spMkLst>
            <pc:docMk/>
            <pc:sldMk cId="1377426700" sldId="275"/>
            <ac:spMk id="8" creationId="{FF9D816D-4006-7212-E7ED-BCE79854A9EC}"/>
          </ac:spMkLst>
        </pc:spChg>
      </pc:sldChg>
      <pc:sldChg chg="addSp modSp">
        <pc:chgData name="Utente guest" userId="" providerId="Windows Live" clId="Web-{942AA0F8-F7EC-FB4A-A764-7F8A78DA38B5}" dt="2026-02-17T20:30:38.620" v="55" actId="20577"/>
        <pc:sldMkLst>
          <pc:docMk/>
          <pc:sldMk cId="3161461020" sldId="276"/>
        </pc:sldMkLst>
        <pc:spChg chg="add mod">
          <ac:chgData name="Utente guest" userId="" providerId="Windows Live" clId="Web-{942AA0F8-F7EC-FB4A-A764-7F8A78DA38B5}" dt="2026-02-17T20:30:38.620" v="55" actId="20577"/>
          <ac:spMkLst>
            <pc:docMk/>
            <pc:sldMk cId="3161461020" sldId="276"/>
            <ac:spMk id="8" creationId="{343B0B2C-E11E-51D9-9CE3-8E5001BA00D9}"/>
          </ac:spMkLst>
        </pc:spChg>
      </pc:sldChg>
      <pc:sldChg chg="addSp modSp">
        <pc:chgData name="Utente guest" userId="" providerId="Windows Live" clId="Web-{942AA0F8-F7EC-FB4A-A764-7F8A78DA38B5}" dt="2026-02-17T20:32:33.063" v="69"/>
        <pc:sldMkLst>
          <pc:docMk/>
          <pc:sldMk cId="3903266464" sldId="277"/>
        </pc:sldMkLst>
        <pc:spChg chg="add mod">
          <ac:chgData name="Utente guest" userId="" providerId="Windows Live" clId="Web-{942AA0F8-F7EC-FB4A-A764-7F8A78DA38B5}" dt="2026-02-17T20:30:36.276" v="54" actId="20577"/>
          <ac:spMkLst>
            <pc:docMk/>
            <pc:sldMk cId="3903266464" sldId="277"/>
            <ac:spMk id="11" creationId="{EEB610BC-46C8-F04E-063B-524CC33791C3}"/>
          </ac:spMkLst>
        </pc:spChg>
        <pc:graphicFrameChg chg="modGraphic">
          <ac:chgData name="Utente guest" userId="" providerId="Windows Live" clId="Web-{942AA0F8-F7EC-FB4A-A764-7F8A78DA38B5}" dt="2026-02-17T20:32:09.515" v="66"/>
          <ac:graphicFrameMkLst>
            <pc:docMk/>
            <pc:sldMk cId="3903266464" sldId="277"/>
            <ac:graphicFrameMk id="8" creationId="{5F25C64C-22F5-9AE8-6A66-186454EE69BD}"/>
          </ac:graphicFrameMkLst>
        </pc:graphicFrameChg>
        <pc:graphicFrameChg chg="modGraphic">
          <ac:chgData name="Utente guest" userId="" providerId="Windows Live" clId="Web-{942AA0F8-F7EC-FB4A-A764-7F8A78DA38B5}" dt="2026-02-17T20:32:33.063" v="69"/>
          <ac:graphicFrameMkLst>
            <pc:docMk/>
            <pc:sldMk cId="3903266464" sldId="277"/>
            <ac:graphicFrameMk id="9" creationId="{FCDA4C9E-2610-BA54-8981-DBEB6AF09886}"/>
          </ac:graphicFrameMkLst>
        </pc:graphicFrameChg>
      </pc:sldChg>
      <pc:sldChg chg="addSp modSp">
        <pc:chgData name="Utente guest" userId="" providerId="Windows Live" clId="Web-{942AA0F8-F7EC-FB4A-A764-7F8A78DA38B5}" dt="2026-02-17T20:33:15.549" v="77"/>
        <pc:sldMkLst>
          <pc:docMk/>
          <pc:sldMk cId="306867253" sldId="278"/>
        </pc:sldMkLst>
        <pc:spChg chg="add mod">
          <ac:chgData name="Utente guest" userId="" providerId="Windows Live" clId="Web-{942AA0F8-F7EC-FB4A-A764-7F8A78DA38B5}" dt="2026-02-17T20:30:33.088" v="53" actId="20577"/>
          <ac:spMkLst>
            <pc:docMk/>
            <pc:sldMk cId="306867253" sldId="278"/>
            <ac:spMk id="8" creationId="{0C152D00-0516-2C79-7202-4FCD08FFB491}"/>
          </ac:spMkLst>
        </pc:spChg>
        <pc:graphicFrameChg chg="modGraphic">
          <ac:chgData name="Utente guest" userId="" providerId="Windows Live" clId="Web-{942AA0F8-F7EC-FB4A-A764-7F8A78DA38B5}" dt="2026-02-17T20:33:15.549" v="77"/>
          <ac:graphicFrameMkLst>
            <pc:docMk/>
            <pc:sldMk cId="306867253" sldId="278"/>
            <ac:graphicFrameMk id="10" creationId="{F38B5841-F094-A81A-DA41-9D64B1B5EE02}"/>
          </ac:graphicFrameMkLst>
        </pc:graphicFrameChg>
      </pc:sldChg>
    </pc:docChg>
  </pc:docChgLst>
  <pc:docChgLst>
    <pc:chgData name="Luca Slongo" userId="55ed3a3a9ec20782" providerId="Windows Live" clId="Web-{0763F1E3-95C4-B476-0B1D-FA6D715B61B2}"/>
    <pc:docChg chg="modSld">
      <pc:chgData name="Luca Slongo" userId="55ed3a3a9ec20782" providerId="Windows Live" clId="Web-{0763F1E3-95C4-B476-0B1D-FA6D715B61B2}" dt="2026-02-18T12:30:15.527" v="494" actId="1076"/>
      <pc:docMkLst>
        <pc:docMk/>
      </pc:docMkLst>
      <pc:sldChg chg="addSp delSp modSp">
        <pc:chgData name="Luca Slongo" userId="55ed3a3a9ec20782" providerId="Windows Live" clId="Web-{0763F1E3-95C4-B476-0B1D-FA6D715B61B2}" dt="2026-02-18T12:30:15.527" v="494" actId="1076"/>
        <pc:sldMkLst>
          <pc:docMk/>
          <pc:sldMk cId="1680048534" sldId="282"/>
        </pc:sldMkLst>
        <pc:spChg chg="mod">
          <ac:chgData name="Luca Slongo" userId="55ed3a3a9ec20782" providerId="Windows Live" clId="Web-{0763F1E3-95C4-B476-0B1D-FA6D715B61B2}" dt="2026-02-18T11:50:12.829" v="59" actId="1076"/>
          <ac:spMkLst>
            <pc:docMk/>
            <pc:sldMk cId="1680048534" sldId="282"/>
            <ac:spMk id="3" creationId="{F9526A21-C6DB-25D3-B655-10B927A23284}"/>
          </ac:spMkLst>
        </pc:spChg>
        <pc:spChg chg="add mod">
          <ac:chgData name="Luca Slongo" userId="55ed3a3a9ec20782" providerId="Windows Live" clId="Web-{0763F1E3-95C4-B476-0B1D-FA6D715B61B2}" dt="2026-02-18T12:28:26.043" v="472" actId="1076"/>
          <ac:spMkLst>
            <pc:docMk/>
            <pc:sldMk cId="1680048534" sldId="282"/>
            <ac:spMk id="9" creationId="{8788E12A-3601-5873-2D75-401E9CAAF728}"/>
          </ac:spMkLst>
        </pc:spChg>
        <pc:spChg chg="del">
          <ac:chgData name="Luca Slongo" userId="55ed3a3a9ec20782" providerId="Windows Live" clId="Web-{0763F1E3-95C4-B476-0B1D-FA6D715B61B2}" dt="2026-02-18T11:49:52.939" v="52"/>
          <ac:spMkLst>
            <pc:docMk/>
            <pc:sldMk cId="1680048534" sldId="282"/>
            <ac:spMk id="10" creationId="{0A3F8DD6-3C0D-4D36-0D50-2239E0890936}"/>
          </ac:spMkLst>
        </pc:spChg>
        <pc:spChg chg="add mod">
          <ac:chgData name="Luca Slongo" userId="55ed3a3a9ec20782" providerId="Windows Live" clId="Web-{0763F1E3-95C4-B476-0B1D-FA6D715B61B2}" dt="2026-02-18T12:28:48.793" v="475" actId="1076"/>
          <ac:spMkLst>
            <pc:docMk/>
            <pc:sldMk cId="1680048534" sldId="282"/>
            <ac:spMk id="10" creationId="{839BC7A9-9A1A-DF76-C76C-67359E9CF825}"/>
          </ac:spMkLst>
        </pc:spChg>
        <pc:spChg chg="add mod">
          <ac:chgData name="Luca Slongo" userId="55ed3a3a9ec20782" providerId="Windows Live" clId="Web-{0763F1E3-95C4-B476-0B1D-FA6D715B61B2}" dt="2026-02-18T12:28:31.590" v="473" actId="14100"/>
          <ac:spMkLst>
            <pc:docMk/>
            <pc:sldMk cId="1680048534" sldId="282"/>
            <ac:spMk id="11" creationId="{936498F8-8547-7A38-AC48-5A6E846A7BF6}"/>
          </ac:spMkLst>
        </pc:spChg>
        <pc:spChg chg="del mod ord">
          <ac:chgData name="Luca Slongo" userId="55ed3a3a9ec20782" providerId="Windows Live" clId="Web-{0763F1E3-95C4-B476-0B1D-FA6D715B61B2}" dt="2026-02-18T11:52:20.044" v="82"/>
          <ac:spMkLst>
            <pc:docMk/>
            <pc:sldMk cId="1680048534" sldId="282"/>
            <ac:spMk id="12" creationId="{DBE9826C-8498-1C20-1603-B5044F63DB81}"/>
          </ac:spMkLst>
        </pc:spChg>
        <pc:spChg chg="add mod">
          <ac:chgData name="Luca Slongo" userId="55ed3a3a9ec20782" providerId="Windows Live" clId="Web-{0763F1E3-95C4-B476-0B1D-FA6D715B61B2}" dt="2026-02-18T12:30:06.746" v="493" actId="20577"/>
          <ac:spMkLst>
            <pc:docMk/>
            <pc:sldMk cId="1680048534" sldId="282"/>
            <ac:spMk id="12" creationId="{E957700C-C61A-1252-DCF2-0D2D48B8B1C0}"/>
          </ac:spMkLst>
        </pc:spChg>
        <pc:spChg chg="add">
          <ac:chgData name="Luca Slongo" userId="55ed3a3a9ec20782" providerId="Windows Live" clId="Web-{0763F1E3-95C4-B476-0B1D-FA6D715B61B2}" dt="2026-02-18T11:54:19.280" v="99"/>
          <ac:spMkLst>
            <pc:docMk/>
            <pc:sldMk cId="1680048534" sldId="282"/>
            <ac:spMk id="13" creationId="{C9580B53-6374-5D8E-DF8F-F8E2D6BCEB5C}"/>
          </ac:spMkLst>
        </pc:spChg>
        <pc:spChg chg="del mod">
          <ac:chgData name="Luca Slongo" userId="55ed3a3a9ec20782" providerId="Windows Live" clId="Web-{0763F1E3-95C4-B476-0B1D-FA6D715B61B2}" dt="2026-02-18T11:49:55.157" v="54"/>
          <ac:spMkLst>
            <pc:docMk/>
            <pc:sldMk cId="1680048534" sldId="282"/>
            <ac:spMk id="15" creationId="{7FF44E4B-AA03-CCF3-BE7A-74602C73D830}"/>
          </ac:spMkLst>
        </pc:spChg>
        <pc:spChg chg="add">
          <ac:chgData name="Luca Slongo" userId="55ed3a3a9ec20782" providerId="Windows Live" clId="Web-{0763F1E3-95C4-B476-0B1D-FA6D715B61B2}" dt="2026-02-18T11:54:34.873" v="100"/>
          <ac:spMkLst>
            <pc:docMk/>
            <pc:sldMk cId="1680048534" sldId="282"/>
            <ac:spMk id="15" creationId="{8BC5A136-D96E-C728-ECE0-D711947467A3}"/>
          </ac:spMkLst>
        </pc:spChg>
        <pc:spChg chg="add mod">
          <ac:chgData name="Luca Slongo" userId="55ed3a3a9ec20782" providerId="Windows Live" clId="Web-{0763F1E3-95C4-B476-0B1D-FA6D715B61B2}" dt="2026-02-18T12:28:22.746" v="471" actId="1076"/>
          <ac:spMkLst>
            <pc:docMk/>
            <pc:sldMk cId="1680048534" sldId="282"/>
            <ac:spMk id="16" creationId="{363F637D-245B-9FFF-922D-F4A75849A576}"/>
          </ac:spMkLst>
        </pc:spChg>
        <pc:spChg chg="add del mod">
          <ac:chgData name="Luca Slongo" userId="55ed3a3a9ec20782" providerId="Windows Live" clId="Web-{0763F1E3-95C4-B476-0B1D-FA6D715B61B2}" dt="2026-02-18T11:46:24.110" v="36"/>
          <ac:spMkLst>
            <pc:docMk/>
            <pc:sldMk cId="1680048534" sldId="282"/>
            <ac:spMk id="16" creationId="{76B645CD-6AF1-E270-ADDD-94AE986D8806}"/>
          </ac:spMkLst>
        </pc:spChg>
        <pc:spChg chg="add mod">
          <ac:chgData name="Luca Slongo" userId="55ed3a3a9ec20782" providerId="Windows Live" clId="Web-{0763F1E3-95C4-B476-0B1D-FA6D715B61B2}" dt="2026-02-18T12:28:54.465" v="476" actId="1076"/>
          <ac:spMkLst>
            <pc:docMk/>
            <pc:sldMk cId="1680048534" sldId="282"/>
            <ac:spMk id="17" creationId="{DAE0FD8F-C942-070C-DA6E-551994368C08}"/>
          </ac:spMkLst>
        </pc:spChg>
        <pc:spChg chg="add del">
          <ac:chgData name="Luca Slongo" userId="55ed3a3a9ec20782" providerId="Windows Live" clId="Web-{0763F1E3-95C4-B476-0B1D-FA6D715B61B2}" dt="2026-02-18T11:46:38.594" v="40"/>
          <ac:spMkLst>
            <pc:docMk/>
            <pc:sldMk cId="1680048534" sldId="282"/>
            <ac:spMk id="18" creationId="{0F724A98-CB52-2D09-5CB3-85168EB8CCFF}"/>
          </ac:spMkLst>
        </pc:spChg>
        <pc:spChg chg="add del mod">
          <ac:chgData name="Luca Slongo" userId="55ed3a3a9ec20782" providerId="Windows Live" clId="Web-{0763F1E3-95C4-B476-0B1D-FA6D715B61B2}" dt="2026-02-18T11:59:28.115" v="209"/>
          <ac:spMkLst>
            <pc:docMk/>
            <pc:sldMk cId="1680048534" sldId="282"/>
            <ac:spMk id="18" creationId="{37ECBBB0-CE12-AE4C-E050-2AE8B86BA2C3}"/>
          </ac:spMkLst>
        </pc:spChg>
        <pc:spChg chg="add mod">
          <ac:chgData name="Luca Slongo" userId="55ed3a3a9ec20782" providerId="Windows Live" clId="Web-{0763F1E3-95C4-B476-0B1D-FA6D715B61B2}" dt="2026-02-18T12:29:04.058" v="477" actId="14100"/>
          <ac:spMkLst>
            <pc:docMk/>
            <pc:sldMk cId="1680048534" sldId="282"/>
            <ac:spMk id="19" creationId="{89EFCC9B-36B4-6E94-49B1-C4A09F15530A}"/>
          </ac:spMkLst>
        </pc:spChg>
        <pc:spChg chg="add del mod">
          <ac:chgData name="Luca Slongo" userId="55ed3a3a9ec20782" providerId="Windows Live" clId="Web-{0763F1E3-95C4-B476-0B1D-FA6D715B61B2}" dt="2026-02-18T11:59:25.990" v="207"/>
          <ac:spMkLst>
            <pc:docMk/>
            <pc:sldMk cId="1680048534" sldId="282"/>
            <ac:spMk id="20" creationId="{8F93D17A-BA0C-DBB0-46D1-DE028CF43929}"/>
          </ac:spMkLst>
        </pc:spChg>
        <pc:spChg chg="add mod">
          <ac:chgData name="Luca Slongo" userId="55ed3a3a9ec20782" providerId="Windows Live" clId="Web-{0763F1E3-95C4-B476-0B1D-FA6D715B61B2}" dt="2026-02-18T12:30:15.527" v="494" actId="1076"/>
          <ac:spMkLst>
            <pc:docMk/>
            <pc:sldMk cId="1680048534" sldId="282"/>
            <ac:spMk id="21" creationId="{11ACA64D-8E24-D1AC-A5C7-9E2C2005A0BB}"/>
          </ac:spMkLst>
        </pc:spChg>
        <pc:picChg chg="mod">
          <ac:chgData name="Luca Slongo" userId="55ed3a3a9ec20782" providerId="Windows Live" clId="Web-{0763F1E3-95C4-B476-0B1D-FA6D715B61B2}" dt="2026-02-18T11:44:51.485" v="2" actId="1076"/>
          <ac:picMkLst>
            <pc:docMk/>
            <pc:sldMk cId="1680048534" sldId="282"/>
            <ac:picMk id="2" creationId="{4DF57C14-6EB7-2F47-FC2A-96B26FE954E6}"/>
          </ac:picMkLst>
        </pc:picChg>
        <pc:picChg chg="mod">
          <ac:chgData name="Luca Slongo" userId="55ed3a3a9ec20782" providerId="Windows Live" clId="Web-{0763F1E3-95C4-B476-0B1D-FA6D715B61B2}" dt="2026-02-18T11:44:52.735" v="3" actId="1076"/>
          <ac:picMkLst>
            <pc:docMk/>
            <pc:sldMk cId="1680048534" sldId="282"/>
            <ac:picMk id="7" creationId="{E37E2CFF-9AE8-DD19-76C2-FA3A61A4B28E}"/>
          </ac:picMkLst>
        </pc:picChg>
      </pc:sldChg>
    </pc:docChg>
  </pc:docChgLst>
  <pc:docChgLst>
    <pc:chgData name="Utente guest" providerId="Windows Live" clId="Web-{AD28E0FC-994F-341B-12E7-8DC0393905C9}"/>
    <pc:docChg chg="addSld modSld">
      <pc:chgData name="Utente guest" userId="" providerId="Windows Live" clId="Web-{AD28E0FC-994F-341B-12E7-8DC0393905C9}" dt="2026-02-18T13:29:15.906" v="1083"/>
      <pc:docMkLst>
        <pc:docMk/>
      </pc:docMkLst>
      <pc:sldChg chg="modSp">
        <pc:chgData name="Utente guest" userId="" providerId="Windows Live" clId="Web-{AD28E0FC-994F-341B-12E7-8DC0393905C9}" dt="2026-02-18T08:59:21.966" v="1064" actId="20577"/>
        <pc:sldMkLst>
          <pc:docMk/>
          <pc:sldMk cId="0" sldId="257"/>
        </pc:sldMkLst>
        <pc:spChg chg="mod">
          <ac:chgData name="Utente guest" userId="" providerId="Windows Live" clId="Web-{AD28E0FC-994F-341B-12E7-8DC0393905C9}" dt="2026-02-18T08:59:21.966" v="1064" actId="20577"/>
          <ac:spMkLst>
            <pc:docMk/>
            <pc:sldMk cId="0" sldId="257"/>
            <ac:spMk id="14" creationId="{C16BBE9F-60AC-8E69-3A36-7DAD84627103}"/>
          </ac:spMkLst>
        </pc:spChg>
      </pc:sldChg>
      <pc:sldChg chg="modSp">
        <pc:chgData name="Utente guest" userId="" providerId="Windows Live" clId="Web-{AD28E0FC-994F-341B-12E7-8DC0393905C9}" dt="2026-02-18T08:58:44.668" v="1055" actId="20577"/>
        <pc:sldMkLst>
          <pc:docMk/>
          <pc:sldMk cId="3161461020" sldId="276"/>
        </pc:sldMkLst>
        <pc:spChg chg="mod">
          <ac:chgData name="Utente guest" userId="" providerId="Windows Live" clId="Web-{AD28E0FC-994F-341B-12E7-8DC0393905C9}" dt="2026-02-18T08:58:44.668" v="1055" actId="20577"/>
          <ac:spMkLst>
            <pc:docMk/>
            <pc:sldMk cId="3161461020" sldId="276"/>
            <ac:spMk id="8" creationId="{343B0B2C-E11E-51D9-9CE3-8E5001BA00D9}"/>
          </ac:spMkLst>
        </pc:spChg>
      </pc:sldChg>
      <pc:sldChg chg="addSp delSp modSp">
        <pc:chgData name="Utente guest" userId="" providerId="Windows Live" clId="Web-{AD28E0FC-994F-341B-12E7-8DC0393905C9}" dt="2026-02-18T13:26:36.308" v="1070" actId="20577"/>
        <pc:sldMkLst>
          <pc:docMk/>
          <pc:sldMk cId="3903266464" sldId="277"/>
        </pc:sldMkLst>
        <pc:spChg chg="add mod">
          <ac:chgData name="Utente guest" userId="" providerId="Windows Live" clId="Web-{AD28E0FC-994F-341B-12E7-8DC0393905C9}" dt="2026-02-18T08:45:16.025" v="826" actId="20577"/>
          <ac:spMkLst>
            <pc:docMk/>
            <pc:sldMk cId="3903266464" sldId="277"/>
            <ac:spMk id="2" creationId="{3A2C17C2-72C8-34CA-E2D9-735801351B0D}"/>
          </ac:spMkLst>
        </pc:spChg>
        <pc:spChg chg="add del mod">
          <ac:chgData name="Utente guest" userId="" providerId="Windows Live" clId="Web-{AD28E0FC-994F-341B-12E7-8DC0393905C9}" dt="2026-02-18T08:28:29.861" v="525"/>
          <ac:spMkLst>
            <pc:docMk/>
            <pc:sldMk cId="3903266464" sldId="277"/>
            <ac:spMk id="3" creationId="{335B1448-A519-5FD0-4662-4963DF80315B}"/>
          </ac:spMkLst>
        </pc:spChg>
        <pc:spChg chg="mod">
          <ac:chgData name="Utente guest" userId="" providerId="Windows Live" clId="Web-{AD28E0FC-994F-341B-12E7-8DC0393905C9}" dt="2026-02-18T13:26:36.308" v="1070" actId="20577"/>
          <ac:spMkLst>
            <pc:docMk/>
            <pc:sldMk cId="3903266464" sldId="277"/>
            <ac:spMk id="6" creationId="{50D82B6C-4CC0-9C4B-F2EC-FA94D2C99DCD}"/>
          </ac:spMkLst>
        </pc:spChg>
        <pc:spChg chg="mod">
          <ac:chgData name="Utente guest" userId="" providerId="Windows Live" clId="Web-{AD28E0FC-994F-341B-12E7-8DC0393905C9}" dt="2026-02-18T08:29:08.190" v="563" actId="20577"/>
          <ac:spMkLst>
            <pc:docMk/>
            <pc:sldMk cId="3903266464" sldId="277"/>
            <ac:spMk id="7" creationId="{0FA244DA-B435-F2A0-5FB4-CFA19085ECFA}"/>
          </ac:spMkLst>
        </pc:spChg>
        <pc:spChg chg="add del mod">
          <ac:chgData name="Utente guest" userId="" providerId="Windows Live" clId="Web-{AD28E0FC-994F-341B-12E7-8DC0393905C9}" dt="2026-02-18T08:28:32.783" v="527"/>
          <ac:spMkLst>
            <pc:docMk/>
            <pc:sldMk cId="3903266464" sldId="277"/>
            <ac:spMk id="11" creationId="{C3ED355D-5186-3D21-FBC5-A9543B66A664}"/>
          </ac:spMkLst>
        </pc:spChg>
        <pc:spChg chg="del mod">
          <ac:chgData name="Utente guest" userId="" providerId="Windows Live" clId="Web-{AD28E0FC-994F-341B-12E7-8DC0393905C9}" dt="2026-02-18T08:35:17.853" v="715"/>
          <ac:spMkLst>
            <pc:docMk/>
            <pc:sldMk cId="3903266464" sldId="277"/>
            <ac:spMk id="12" creationId="{5E0363CB-548F-CB69-7CE7-04DB4FF33DC4}"/>
          </ac:spMkLst>
        </pc:spChg>
        <pc:spChg chg="mod">
          <ac:chgData name="Utente guest" userId="" providerId="Windows Live" clId="Web-{AD28E0FC-994F-341B-12E7-8DC0393905C9}" dt="2026-02-18T08:58:39.011" v="1052" actId="20577"/>
          <ac:spMkLst>
            <pc:docMk/>
            <pc:sldMk cId="3903266464" sldId="277"/>
            <ac:spMk id="14" creationId="{D256CC75-A4F6-75EF-FB8B-CCB0845CC5C8}"/>
          </ac:spMkLst>
        </pc:spChg>
        <pc:spChg chg="add mod">
          <ac:chgData name="Utente guest" userId="" providerId="Windows Live" clId="Web-{AD28E0FC-994F-341B-12E7-8DC0393905C9}" dt="2026-02-18T08:45:11.884" v="824" actId="20577"/>
          <ac:spMkLst>
            <pc:docMk/>
            <pc:sldMk cId="3903266464" sldId="277"/>
            <ac:spMk id="16" creationId="{807E0212-CD05-BD55-A142-61D49A5BA58B}"/>
          </ac:spMkLst>
        </pc:spChg>
        <pc:graphicFrameChg chg="mod modGraphic">
          <ac:chgData name="Utente guest" userId="" providerId="Windows Live" clId="Web-{AD28E0FC-994F-341B-12E7-8DC0393905C9}" dt="2026-02-18T08:37:48.968" v="741" actId="1076"/>
          <ac:graphicFrameMkLst>
            <pc:docMk/>
            <pc:sldMk cId="3903266464" sldId="277"/>
            <ac:graphicFrameMk id="8" creationId="{5F25C64C-22F5-9AE8-6A66-186454EE69BD}"/>
          </ac:graphicFrameMkLst>
        </pc:graphicFrameChg>
        <pc:graphicFrameChg chg="del mod modGraphic">
          <ac:chgData name="Utente guest" userId="" providerId="Windows Live" clId="Web-{AD28E0FC-994F-341B-12E7-8DC0393905C9}" dt="2026-02-18T08:35:13.306" v="713"/>
          <ac:graphicFrameMkLst>
            <pc:docMk/>
            <pc:sldMk cId="3903266464" sldId="277"/>
            <ac:graphicFrameMk id="9" creationId="{FCDA4C9E-2610-BA54-8981-DBEB6AF09886}"/>
          </ac:graphicFrameMkLst>
        </pc:graphicFrameChg>
        <pc:graphicFrameChg chg="add del mod">
          <ac:chgData name="Utente guest" userId="" providerId="Windows Live" clId="Web-{AD28E0FC-994F-341B-12E7-8DC0393905C9}" dt="2026-02-18T08:35:49.261" v="718"/>
          <ac:graphicFrameMkLst>
            <pc:docMk/>
            <pc:sldMk cId="3903266464" sldId="277"/>
            <ac:graphicFrameMk id="15" creationId="{F496F7B1-1957-4FBA-AB9D-D6891C5BB353}"/>
          </ac:graphicFrameMkLst>
        </pc:graphicFrameChg>
      </pc:sldChg>
      <pc:sldChg chg="addSp delSp modSp">
        <pc:chgData name="Utente guest" userId="" providerId="Windows Live" clId="Web-{AD28E0FC-994F-341B-12E7-8DC0393905C9}" dt="2026-02-18T13:28:49.093" v="1080" actId="1076"/>
        <pc:sldMkLst>
          <pc:docMk/>
          <pc:sldMk cId="306867253" sldId="278"/>
        </pc:sldMkLst>
        <pc:spChg chg="add mod">
          <ac:chgData name="Utente guest" userId="" providerId="Windows Live" clId="Web-{AD28E0FC-994F-341B-12E7-8DC0393905C9}" dt="2026-02-18T08:12:15.432" v="304" actId="20577"/>
          <ac:spMkLst>
            <pc:docMk/>
            <pc:sldMk cId="306867253" sldId="278"/>
            <ac:spMk id="2" creationId="{6D7CE2D2-9115-3DBB-7514-D7D5C8E84C69}"/>
          </ac:spMkLst>
        </pc:spChg>
        <pc:spChg chg="add mod">
          <ac:chgData name="Utente guest" userId="" providerId="Windows Live" clId="Web-{AD28E0FC-994F-341B-12E7-8DC0393905C9}" dt="2026-02-18T13:28:49.093" v="1080" actId="1076"/>
          <ac:spMkLst>
            <pc:docMk/>
            <pc:sldMk cId="306867253" sldId="278"/>
            <ac:spMk id="6" creationId="{9B5FFBDB-583F-1859-88D7-5E4341551811}"/>
          </ac:spMkLst>
        </pc:spChg>
        <pc:spChg chg="mod">
          <ac:chgData name="Utente guest" userId="" providerId="Windows Live" clId="Web-{AD28E0FC-994F-341B-12E7-8DC0393905C9}" dt="2026-02-18T08:46:04.542" v="846" actId="1076"/>
          <ac:spMkLst>
            <pc:docMk/>
            <pc:sldMk cId="306867253" sldId="278"/>
            <ac:spMk id="6" creationId="{B0F51ACA-F2EE-1AFD-FA56-006D184A1AD3}"/>
          </ac:spMkLst>
        </pc:spChg>
        <pc:spChg chg="add del mod">
          <ac:chgData name="Utente guest" userId="" providerId="Windows Live" clId="Web-{AD28E0FC-994F-341B-12E7-8DC0393905C9}" dt="2026-02-18T13:28:19.967" v="1078"/>
          <ac:spMkLst>
            <pc:docMk/>
            <pc:sldMk cId="306867253" sldId="278"/>
            <ac:spMk id="8" creationId="{267A0991-0E44-C28E-2EBD-B7D8F1E6E531}"/>
          </ac:spMkLst>
        </pc:spChg>
        <pc:spChg chg="mod">
          <ac:chgData name="Utente guest" userId="" providerId="Windows Live" clId="Web-{AD28E0FC-994F-341B-12E7-8DC0393905C9}" dt="2026-02-18T08:59:41.982" v="1069" actId="1076"/>
          <ac:spMkLst>
            <pc:docMk/>
            <pc:sldMk cId="306867253" sldId="278"/>
            <ac:spMk id="11" creationId="{0F9812B5-04E0-06E5-8FEE-5B8D6078CB27}"/>
          </ac:spMkLst>
        </pc:spChg>
        <pc:spChg chg="add del">
          <ac:chgData name="Utente guest" userId="" providerId="Windows Live" clId="Web-{AD28E0FC-994F-341B-12E7-8DC0393905C9}" dt="2026-02-18T13:28:13.873" v="1075"/>
          <ac:spMkLst>
            <pc:docMk/>
            <pc:sldMk cId="306867253" sldId="278"/>
            <ac:spMk id="12" creationId="{DD56531A-0E63-618A-B127-BC04E79C7BC9}"/>
          </ac:spMkLst>
        </pc:spChg>
        <pc:graphicFrameChg chg="mod modGraphic">
          <ac:chgData name="Utente guest" userId="" providerId="Windows Live" clId="Web-{AD28E0FC-994F-341B-12E7-8DC0393905C9}" dt="2026-02-18T13:27:51.513" v="1071" actId="1076"/>
          <ac:graphicFrameMkLst>
            <pc:docMk/>
            <pc:sldMk cId="306867253" sldId="278"/>
            <ac:graphicFrameMk id="10" creationId="{F38B5841-F094-A81A-DA41-9D64B1B5EE02}"/>
          </ac:graphicFrameMkLst>
        </pc:graphicFrameChg>
        <pc:picChg chg="add del mod">
          <ac:chgData name="Utente guest" userId="" providerId="Windows Live" clId="Web-{AD28E0FC-994F-341B-12E7-8DC0393905C9}" dt="2026-02-18T08:14:12.160" v="306"/>
          <ac:picMkLst>
            <pc:docMk/>
            <pc:sldMk cId="306867253" sldId="278"/>
            <ac:picMk id="3" creationId="{38ADC1EB-38AD-4E58-0A08-7E353689A6DB}"/>
          </ac:picMkLst>
        </pc:picChg>
      </pc:sldChg>
      <pc:sldChg chg="modSp">
        <pc:chgData name="Utente guest" userId="" providerId="Windows Live" clId="Web-{AD28E0FC-994F-341B-12E7-8DC0393905C9}" dt="2026-02-18T08:59:21.903" v="1063" actId="20577"/>
        <pc:sldMkLst>
          <pc:docMk/>
          <pc:sldMk cId="1680048534" sldId="282"/>
        </pc:sldMkLst>
        <pc:spChg chg="mod">
          <ac:chgData name="Utente guest" userId="" providerId="Windows Live" clId="Web-{AD28E0FC-994F-341B-12E7-8DC0393905C9}" dt="2026-02-18T08:59:21.903" v="1063" actId="20577"/>
          <ac:spMkLst>
            <pc:docMk/>
            <pc:sldMk cId="1680048534" sldId="282"/>
            <ac:spMk id="14" creationId="{D8B00520-D945-824F-3784-A6D23E749448}"/>
          </ac:spMkLst>
        </pc:spChg>
      </pc:sldChg>
      <pc:sldChg chg="modSp">
        <pc:chgData name="Utente guest" userId="" providerId="Windows Live" clId="Web-{AD28E0FC-994F-341B-12E7-8DC0393905C9}" dt="2026-02-18T08:59:21.794" v="1062" actId="20577"/>
        <pc:sldMkLst>
          <pc:docMk/>
          <pc:sldMk cId="2800712264" sldId="283"/>
        </pc:sldMkLst>
        <pc:spChg chg="mod">
          <ac:chgData name="Utente guest" userId="" providerId="Windows Live" clId="Web-{AD28E0FC-994F-341B-12E7-8DC0393905C9}" dt="2026-02-18T08:59:21.794" v="1062" actId="20577"/>
          <ac:spMkLst>
            <pc:docMk/>
            <pc:sldMk cId="2800712264" sldId="283"/>
            <ac:spMk id="12" creationId="{C0FC5697-CAA4-557B-EA14-D4D179DEEF1D}"/>
          </ac:spMkLst>
        </pc:spChg>
      </pc:sldChg>
      <pc:sldChg chg="modSp">
        <pc:chgData name="Utente guest" userId="" providerId="Windows Live" clId="Web-{AD28E0FC-994F-341B-12E7-8DC0393905C9}" dt="2026-02-18T08:59:01.559" v="1059" actId="20577"/>
        <pc:sldMkLst>
          <pc:docMk/>
          <pc:sldMk cId="2758833160" sldId="284"/>
        </pc:sldMkLst>
        <pc:spChg chg="mod">
          <ac:chgData name="Utente guest" userId="" providerId="Windows Live" clId="Web-{AD28E0FC-994F-341B-12E7-8DC0393905C9}" dt="2026-02-18T08:59:01.559" v="1059" actId="20577"/>
          <ac:spMkLst>
            <pc:docMk/>
            <pc:sldMk cId="2758833160" sldId="284"/>
            <ac:spMk id="12" creationId="{3E7C1388-E47D-2042-4E0A-8F51B05AE8E4}"/>
          </ac:spMkLst>
        </pc:spChg>
      </pc:sldChg>
      <pc:sldChg chg="modSp">
        <pc:chgData name="Utente guest" userId="" providerId="Windows Live" clId="Web-{AD28E0FC-994F-341B-12E7-8DC0393905C9}" dt="2026-02-18T08:59:21.669" v="1061" actId="20577"/>
        <pc:sldMkLst>
          <pc:docMk/>
          <pc:sldMk cId="3597097294" sldId="285"/>
        </pc:sldMkLst>
        <pc:spChg chg="mod">
          <ac:chgData name="Utente guest" userId="" providerId="Windows Live" clId="Web-{AD28E0FC-994F-341B-12E7-8DC0393905C9}" dt="2026-02-18T08:59:21.669" v="1061" actId="20577"/>
          <ac:spMkLst>
            <pc:docMk/>
            <pc:sldMk cId="3597097294" sldId="285"/>
            <ac:spMk id="12" creationId="{C1DCBE5E-86C8-F7F4-E42F-CE2BFA49396A}"/>
          </ac:spMkLst>
        </pc:spChg>
      </pc:sldChg>
      <pc:sldChg chg="addSp delSp modSp">
        <pc:chgData name="Utente guest" userId="" providerId="Windows Live" clId="Web-{AD28E0FC-994F-341B-12E7-8DC0393905C9}" dt="2026-02-18T08:59:24.200" v="1068" actId="20577"/>
        <pc:sldMkLst>
          <pc:docMk/>
          <pc:sldMk cId="3205363123" sldId="286"/>
        </pc:sldMkLst>
        <pc:spChg chg="add del mod">
          <ac:chgData name="Utente guest" userId="" providerId="Windows Live" clId="Web-{AD28E0FC-994F-341B-12E7-8DC0393905C9}" dt="2026-02-18T08:59:24.200" v="1068" actId="20577"/>
          <ac:spMkLst>
            <pc:docMk/>
            <pc:sldMk cId="3205363123" sldId="286"/>
            <ac:spMk id="34" creationId="{4FBB9C0A-B86D-27FC-0544-5C27B3D83C75}"/>
          </ac:spMkLst>
        </pc:spChg>
      </pc:sldChg>
      <pc:sldChg chg="modSp">
        <pc:chgData name="Utente guest" userId="" providerId="Windows Live" clId="Web-{AD28E0FC-994F-341B-12E7-8DC0393905C9}" dt="2026-02-18T08:58:59.699" v="1056" actId="20577"/>
        <pc:sldMkLst>
          <pc:docMk/>
          <pc:sldMk cId="171084290" sldId="288"/>
        </pc:sldMkLst>
        <pc:spChg chg="mod">
          <ac:chgData name="Utente guest" userId="" providerId="Windows Live" clId="Web-{AD28E0FC-994F-341B-12E7-8DC0393905C9}" dt="2026-02-18T08:58:59.699" v="1056" actId="20577"/>
          <ac:spMkLst>
            <pc:docMk/>
            <pc:sldMk cId="171084290" sldId="288"/>
            <ac:spMk id="14" creationId="{749A3B13-208D-02D1-A9AD-F178DBC52D82}"/>
          </ac:spMkLst>
        </pc:spChg>
      </pc:sldChg>
      <pc:sldChg chg="addSp delSp modSp new">
        <pc:chgData name="Utente guest" userId="" providerId="Windows Live" clId="Web-{AD28E0FC-994F-341B-12E7-8DC0393905C9}" dt="2026-02-18T13:29:15.906" v="1083"/>
        <pc:sldMkLst>
          <pc:docMk/>
          <pc:sldMk cId="3216321017" sldId="289"/>
        </pc:sldMkLst>
        <pc:spChg chg="add del mod">
          <ac:chgData name="Utente guest" userId="" providerId="Windows Live" clId="Web-{AD28E0FC-994F-341B-12E7-8DC0393905C9}" dt="2026-02-18T08:34:37.289" v="691"/>
          <ac:spMkLst>
            <pc:docMk/>
            <pc:sldMk cId="3216321017" sldId="289"/>
            <ac:spMk id="2" creationId="{44F0FBF6-AAE9-5287-8EA2-6601739C970A}"/>
          </ac:spMkLst>
        </pc:spChg>
        <pc:spChg chg="add del mod">
          <ac:chgData name="Utente guest" userId="" providerId="Windows Live" clId="Web-{AD28E0FC-994F-341B-12E7-8DC0393905C9}" dt="2026-02-18T08:42:59.006" v="791"/>
          <ac:spMkLst>
            <pc:docMk/>
            <pc:sldMk cId="3216321017" sldId="289"/>
            <ac:spMk id="5" creationId="{9CB4E01E-4B10-A856-A979-7E817684BAA0}"/>
          </ac:spMkLst>
        </pc:spChg>
        <pc:spChg chg="add mod">
          <ac:chgData name="Utente guest" userId="" providerId="Windows Live" clId="Web-{AD28E0FC-994F-341B-12E7-8DC0393905C9}" dt="2026-02-18T08:44:54.462" v="818" actId="20577"/>
          <ac:spMkLst>
            <pc:docMk/>
            <pc:sldMk cId="3216321017" sldId="289"/>
            <ac:spMk id="7" creationId="{7F3C3514-4DDC-A128-D355-05329F929438}"/>
          </ac:spMkLst>
        </pc:spChg>
        <pc:spChg chg="add del mod">
          <ac:chgData name="Utente guest" userId="" providerId="Windows Live" clId="Web-{AD28E0FC-994F-341B-12E7-8DC0393905C9}" dt="2026-02-18T08:43:19.741" v="798"/>
          <ac:spMkLst>
            <pc:docMk/>
            <pc:sldMk cId="3216321017" sldId="289"/>
            <ac:spMk id="8" creationId="{55FD89B1-2583-F36A-C0B6-0BD70EB1F1F7}"/>
          </ac:spMkLst>
        </pc:spChg>
        <pc:spChg chg="add del mod">
          <ac:chgData name="Utente guest" userId="" providerId="Windows Live" clId="Web-{AD28E0FC-994F-341B-12E7-8DC0393905C9}" dt="2026-02-18T08:44:11.211" v="808"/>
          <ac:spMkLst>
            <pc:docMk/>
            <pc:sldMk cId="3216321017" sldId="289"/>
            <ac:spMk id="9" creationId="{AC0674C8-0225-44BD-79CB-124A3EAB806B}"/>
          </ac:spMkLst>
        </pc:spChg>
        <pc:spChg chg="add mod">
          <ac:chgData name="Utente guest" userId="" providerId="Windows Live" clId="Web-{AD28E0FC-994F-341B-12E7-8DC0393905C9}" dt="2026-02-18T08:44:52.681" v="814" actId="1076"/>
          <ac:spMkLst>
            <pc:docMk/>
            <pc:sldMk cId="3216321017" sldId="289"/>
            <ac:spMk id="10" creationId="{DCB22BD7-C3C2-9DAF-3E21-117E5AE2886E}"/>
          </ac:spMkLst>
        </pc:spChg>
        <pc:spChg chg="add mod">
          <ac:chgData name="Utente guest" userId="" providerId="Windows Live" clId="Web-{AD28E0FC-994F-341B-12E7-8DC0393905C9}" dt="2026-02-18T08:50:16.465" v="1035" actId="1076"/>
          <ac:spMkLst>
            <pc:docMk/>
            <pc:sldMk cId="3216321017" sldId="289"/>
            <ac:spMk id="11" creationId="{22DE8B13-5D4E-BB7B-A6C6-9811A7BACF4D}"/>
          </ac:spMkLst>
        </pc:spChg>
        <pc:spChg chg="add mod">
          <ac:chgData name="Utente guest" userId="" providerId="Windows Live" clId="Web-{AD28E0FC-994F-341B-12E7-8DC0393905C9}" dt="2026-02-18T08:58:39.152" v="1053" actId="20577"/>
          <ac:spMkLst>
            <pc:docMk/>
            <pc:sldMk cId="3216321017" sldId="289"/>
            <ac:spMk id="13" creationId="{EFCE6347-BFAE-6B44-EF9B-BFE580681D41}"/>
          </ac:spMkLst>
        </pc:spChg>
        <pc:graphicFrameChg chg="add">
          <ac:chgData name="Utente guest" userId="" providerId="Windows Live" clId="Web-{AD28E0FC-994F-341B-12E7-8DC0393905C9}" dt="2026-02-18T13:29:15.906" v="1083"/>
          <ac:graphicFrameMkLst>
            <pc:docMk/>
            <pc:sldMk cId="3216321017" sldId="289"/>
            <ac:graphicFrameMk id="3" creationId="{587481F5-FF1F-88E5-E809-EC0756CDB029}"/>
          </ac:graphicFrameMkLst>
        </pc:graphicFrameChg>
        <pc:graphicFrameChg chg="add del mod modGraphic">
          <ac:chgData name="Utente guest" userId="" providerId="Windows Live" clId="Web-{AD28E0FC-994F-341B-12E7-8DC0393905C9}" dt="2026-02-18T13:28:49.609" v="1082"/>
          <ac:graphicFrameMkLst>
            <pc:docMk/>
            <pc:sldMk cId="3216321017" sldId="289"/>
            <ac:graphicFrameMk id="4" creationId="{BCDEA05D-AFB5-1B0F-08A1-06E45C33C5B0}"/>
          </ac:graphicFrameMkLst>
        </pc:graphicFrameChg>
      </pc:sldChg>
      <pc:sldChg chg="add replId">
        <pc:chgData name="Utente guest" userId="" providerId="Windows Live" clId="Web-{AD28E0FC-994F-341B-12E7-8DC0393905C9}" dt="2026-02-18T13:28:49.374" v="1081"/>
        <pc:sldMkLst>
          <pc:docMk/>
          <pc:sldMk cId="3545748878" sldId="290"/>
        </pc:sldMkLst>
      </pc:sldChg>
    </pc:docChg>
  </pc:docChgLst>
  <pc:docChgLst>
    <pc:chgData name="Marco Favero" userId="0fcacb848a1e0136" providerId="Windows Live" clId="Web-{911BC8AB-80A2-1F58-0D98-E2853EA2E50B}"/>
    <pc:docChg chg="mod modSld modMainMaster">
      <pc:chgData name="Marco Favero" userId="0fcacb848a1e0136" providerId="Windows Live" clId="Web-{911BC8AB-80A2-1F58-0D98-E2853EA2E50B}" dt="2026-02-17T20:46:27.650" v="95" actId="20577"/>
      <pc:docMkLst>
        <pc:docMk/>
      </pc:docMkLst>
      <pc:sldChg chg="addSp delSp modSp mod setBg">
        <pc:chgData name="Marco Favero" userId="0fcacb848a1e0136" providerId="Windows Live" clId="Web-{911BC8AB-80A2-1F58-0D98-E2853EA2E50B}" dt="2026-02-17T20:45:21.634" v="59"/>
        <pc:sldMkLst>
          <pc:docMk/>
          <pc:sldMk cId="0" sldId="256"/>
        </pc:sldMkLst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0" sldId="256"/>
            <ac:spMk id="9" creationId="{36BDBC6E-8595-280C-AE85-658FB206E80C}"/>
          </ac:spMkLst>
        </pc:spChg>
        <pc:spChg chg="add del mod">
          <ac:chgData name="Marco Favero" userId="0fcacb848a1e0136" providerId="Windows Live" clId="Web-{911BC8AB-80A2-1F58-0D98-E2853EA2E50B}" dt="2026-02-17T20:25:23.768" v="2"/>
          <ac:spMkLst>
            <pc:docMk/>
            <pc:sldMk cId="0" sldId="256"/>
            <ac:spMk id="13" creationId="{86BC071C-E412-1E6E-434F-56ED404102F1}"/>
          </ac:spMkLst>
        </pc:spChg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0" sldId="256"/>
            <ac:spMk id="15" creationId="{79275AF2-2DAD-AB8B-3A7E-7EE306663D41}"/>
          </ac:spMkLst>
        </pc:spChg>
        <pc:spChg chg="add mod">
          <ac:chgData name="Marco Favero" userId="0fcacb848a1e0136" providerId="Windows Live" clId="Web-{911BC8AB-80A2-1F58-0D98-E2853EA2E50B}" dt="2026-02-17T20:45:21.634" v="59"/>
          <ac:spMkLst>
            <pc:docMk/>
            <pc:sldMk cId="0" sldId="256"/>
            <ac:spMk id="16" creationId="{C3866ACE-636B-E5CA-32C8-40BE7E27A504}"/>
          </ac:spMkLst>
        </pc:spChg>
      </pc:sldChg>
      <pc:sldChg chg="addSp delSp modSp mod setBg modShow">
        <pc:chgData name="Marco Favero" userId="0fcacb848a1e0136" providerId="Windows Live" clId="Web-{911BC8AB-80A2-1F58-0D98-E2853EA2E50B}" dt="2026-02-17T20:45:53.853" v="72" actId="20577"/>
        <pc:sldMkLst>
          <pc:docMk/>
          <pc:sldMk cId="0" sldId="257"/>
        </pc:sldMkLst>
        <pc:spChg chg="add del mod">
          <ac:chgData name="Marco Favero" userId="0fcacb848a1e0136" providerId="Windows Live" clId="Web-{911BC8AB-80A2-1F58-0D98-E2853EA2E50B}" dt="2026-02-17T20:25:38.706" v="7"/>
          <ac:spMkLst>
            <pc:docMk/>
            <pc:sldMk cId="0" sldId="257"/>
            <ac:spMk id="2" creationId="{47EBC557-D97E-63CB-EAC4-F3353025B107}"/>
          </ac:spMkLst>
        </pc:spChg>
        <pc:spChg chg="add del mod">
          <ac:chgData name="Marco Favero" userId="0fcacb848a1e0136" providerId="Windows Live" clId="Web-{911BC8AB-80A2-1F58-0D98-E2853EA2E50B}" dt="2026-02-17T20:25:47.049" v="9"/>
          <ac:spMkLst>
            <pc:docMk/>
            <pc:sldMk cId="0" sldId="257"/>
            <ac:spMk id="3" creationId="{10CEAA09-8BF6-CE49-7DED-33B6DE8FC95F}"/>
          </ac:spMkLst>
        </pc:spChg>
        <pc:spChg chg="mod">
          <ac:chgData name="Marco Favero" userId="0fcacb848a1e0136" providerId="Windows Live" clId="Web-{911BC8AB-80A2-1F58-0D98-E2853EA2E50B}" dt="2026-02-17T20:39:40.411" v="24" actId="20577"/>
          <ac:spMkLst>
            <pc:docMk/>
            <pc:sldMk cId="0" sldId="257"/>
            <ac:spMk id="6" creationId="{00000000-0000-0000-0000-000000000000}"/>
          </ac:spMkLst>
        </pc:spChg>
        <pc:spChg chg="del">
          <ac:chgData name="Marco Favero" userId="0fcacb848a1e0136" providerId="Windows Live" clId="Web-{911BC8AB-80A2-1F58-0D98-E2853EA2E50B}" dt="2026-02-17T20:44:24.290" v="45"/>
          <ac:spMkLst>
            <pc:docMk/>
            <pc:sldMk cId="0" sldId="257"/>
            <ac:spMk id="11" creationId="{A4146B6F-3561-7E3F-94E0-8B9B05CB6291}"/>
          </ac:spMkLst>
        </pc:spChg>
        <pc:spChg chg="add del mod">
          <ac:chgData name="Marco Favero" userId="0fcacb848a1e0136" providerId="Windows Live" clId="Web-{911BC8AB-80A2-1F58-0D98-E2853EA2E50B}" dt="2026-02-17T20:45:31.072" v="60"/>
          <ac:spMkLst>
            <pc:docMk/>
            <pc:sldMk cId="0" sldId="257"/>
            <ac:spMk id="12" creationId="{BD08692A-3AD8-4B3A-6B06-87FDC13CA3FD}"/>
          </ac:spMkLst>
        </pc:spChg>
        <pc:spChg chg="add mod">
          <ac:chgData name="Marco Favero" userId="0fcacb848a1e0136" providerId="Windows Live" clId="Web-{911BC8AB-80A2-1F58-0D98-E2853EA2E50B}" dt="2026-02-17T20:45:53.853" v="72" actId="20577"/>
          <ac:spMkLst>
            <pc:docMk/>
            <pc:sldMk cId="0" sldId="257"/>
            <ac:spMk id="14" creationId="{C16BBE9F-60AC-8E69-3A36-7DAD84627103}"/>
          </ac:spMkLst>
        </pc:spChg>
      </pc:sldChg>
      <pc:sldChg chg="addSp delSp modSp mod">
        <pc:chgData name="Marco Favero" userId="0fcacb848a1e0136" providerId="Windows Live" clId="Web-{911BC8AB-80A2-1F58-0D98-E2853EA2E50B}" dt="2026-02-17T20:45:47.712" v="65"/>
        <pc:sldMkLst>
          <pc:docMk/>
          <pc:sldMk cId="3058511793" sldId="271"/>
        </pc:sldMkLst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3058511793" sldId="271"/>
            <ac:spMk id="2" creationId="{6890B33B-A658-26C5-B41B-DA59F995C916}"/>
          </ac:spMkLst>
        </pc:spChg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3058511793" sldId="271"/>
            <ac:spMk id="3" creationId="{17FA2245-7D1A-8344-FDC4-DC5246C861B5}"/>
          </ac:spMkLst>
        </pc:spChg>
        <pc:spChg chg="add mod">
          <ac:chgData name="Marco Favero" userId="0fcacb848a1e0136" providerId="Windows Live" clId="Web-{911BC8AB-80A2-1F58-0D98-E2853EA2E50B}" dt="2026-02-17T20:45:21.634" v="59"/>
          <ac:spMkLst>
            <pc:docMk/>
            <pc:sldMk cId="3058511793" sldId="271"/>
            <ac:spMk id="7" creationId="{0E99B213-1B71-E4EE-2F09-C74D2856089F}"/>
          </ac:spMkLst>
        </pc:spChg>
        <pc:spChg chg="mod">
          <ac:chgData name="Marco Favero" userId="0fcacb848a1e0136" providerId="Windows Live" clId="Web-{911BC8AB-80A2-1F58-0D98-E2853EA2E50B}" dt="2026-02-17T20:45:40.525" v="63" actId="1076"/>
          <ac:spMkLst>
            <pc:docMk/>
            <pc:sldMk cId="3058511793" sldId="271"/>
            <ac:spMk id="9" creationId="{70E835F4-BC48-2633-7435-0A754F152D05}"/>
          </ac:spMkLst>
        </pc:spChg>
        <pc:spChg chg="add del">
          <ac:chgData name="Marco Favero" userId="0fcacb848a1e0136" providerId="Windows Live" clId="Web-{911BC8AB-80A2-1F58-0D98-E2853EA2E50B}" dt="2026-02-17T20:45:47.712" v="65"/>
          <ac:spMkLst>
            <pc:docMk/>
            <pc:sldMk cId="3058511793" sldId="271"/>
            <ac:spMk id="11" creationId="{0FFA834B-34A9-659F-58B6-46AAA468912A}"/>
          </ac:spMkLst>
        </pc:spChg>
      </pc:sldChg>
      <pc:sldChg chg="addSp delSp modSp mod">
        <pc:chgData name="Marco Favero" userId="0fcacb848a1e0136" providerId="Windows Live" clId="Web-{911BC8AB-80A2-1F58-0D98-E2853EA2E50B}" dt="2026-02-17T20:46:00.134" v="76" actId="20577"/>
        <pc:sldMkLst>
          <pc:docMk/>
          <pc:sldMk cId="3887135255" sldId="272"/>
        </pc:sldMkLst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3887135255" sldId="272"/>
            <ac:spMk id="2" creationId="{5E9331ED-CD36-1E7B-61CF-10E1D9DD51B2}"/>
          </ac:spMkLst>
        </pc:spChg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3887135255" sldId="272"/>
            <ac:spMk id="3" creationId="{ACB85B8F-404A-8FAA-9B68-D3CF4F6AE4CD}"/>
          </ac:spMkLst>
        </pc:spChg>
        <pc:spChg chg="add mod">
          <ac:chgData name="Marco Favero" userId="0fcacb848a1e0136" providerId="Windows Live" clId="Web-{911BC8AB-80A2-1F58-0D98-E2853EA2E50B}" dt="2026-02-17T20:45:21.634" v="59"/>
          <ac:spMkLst>
            <pc:docMk/>
            <pc:sldMk cId="3887135255" sldId="272"/>
            <ac:spMk id="8" creationId="{F8F1DAEF-5162-7CCF-DD21-2B8847A0663B}"/>
          </ac:spMkLst>
        </pc:spChg>
        <pc:spChg chg="del">
          <ac:chgData name="Marco Favero" userId="0fcacb848a1e0136" providerId="Windows Live" clId="Web-{911BC8AB-80A2-1F58-0D98-E2853EA2E50B}" dt="2026-02-17T20:45:57.900" v="73"/>
          <ac:spMkLst>
            <pc:docMk/>
            <pc:sldMk cId="3887135255" sldId="272"/>
            <ac:spMk id="9" creationId="{28D02FDF-ABF6-BCA9-623B-D4FC65216350}"/>
          </ac:spMkLst>
        </pc:spChg>
        <pc:spChg chg="add mod">
          <ac:chgData name="Marco Favero" userId="0fcacb848a1e0136" providerId="Windows Live" clId="Web-{911BC8AB-80A2-1F58-0D98-E2853EA2E50B}" dt="2026-02-17T20:46:00.134" v="76" actId="20577"/>
          <ac:spMkLst>
            <pc:docMk/>
            <pc:sldMk cId="3887135255" sldId="272"/>
            <ac:spMk id="12" creationId="{8BC809F3-79F7-EBF5-D226-B5CA68776A8D}"/>
          </ac:spMkLst>
        </pc:spChg>
      </pc:sldChg>
      <pc:sldChg chg="addSp delSp modSp mod">
        <pc:chgData name="Marco Favero" userId="0fcacb848a1e0136" providerId="Windows Live" clId="Web-{911BC8AB-80A2-1F58-0D98-E2853EA2E50B}" dt="2026-02-17T20:46:05.259" v="80" actId="20577"/>
        <pc:sldMkLst>
          <pc:docMk/>
          <pc:sldMk cId="1319620514" sldId="273"/>
        </pc:sldMkLst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1319620514" sldId="273"/>
            <ac:spMk id="2" creationId="{81B87D3B-EC96-FE3C-224A-D70836049419}"/>
          </ac:spMkLst>
        </pc:spChg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1319620514" sldId="273"/>
            <ac:spMk id="3" creationId="{23AC8F80-12FF-AFEB-FB26-578141CF4E45}"/>
          </ac:spMkLst>
        </pc:spChg>
        <pc:spChg chg="add mod">
          <ac:chgData name="Marco Favero" userId="0fcacb848a1e0136" providerId="Windows Live" clId="Web-{911BC8AB-80A2-1F58-0D98-E2853EA2E50B}" dt="2026-02-17T20:45:21.634" v="59"/>
          <ac:spMkLst>
            <pc:docMk/>
            <pc:sldMk cId="1319620514" sldId="273"/>
            <ac:spMk id="7" creationId="{767F8EBA-9573-F40A-49B8-3F0E8AE45DDB}"/>
          </ac:spMkLst>
        </pc:spChg>
        <pc:spChg chg="del">
          <ac:chgData name="Marco Favero" userId="0fcacb848a1e0136" providerId="Windows Live" clId="Web-{911BC8AB-80A2-1F58-0D98-E2853EA2E50B}" dt="2026-02-17T20:46:03.541" v="77"/>
          <ac:spMkLst>
            <pc:docMk/>
            <pc:sldMk cId="1319620514" sldId="273"/>
            <ac:spMk id="13" creationId="{F125DB55-F7E4-16FB-84FC-4415FDCF1F71}"/>
          </ac:spMkLst>
        </pc:spChg>
        <pc:spChg chg="add mod">
          <ac:chgData name="Marco Favero" userId="0fcacb848a1e0136" providerId="Windows Live" clId="Web-{911BC8AB-80A2-1F58-0D98-E2853EA2E50B}" dt="2026-02-17T20:46:05.259" v="80" actId="20577"/>
          <ac:spMkLst>
            <pc:docMk/>
            <pc:sldMk cId="1319620514" sldId="273"/>
            <ac:spMk id="15" creationId="{7D79ED7F-7C9F-7D7B-BE68-CCF2EC56B6E8}"/>
          </ac:spMkLst>
        </pc:spChg>
      </pc:sldChg>
      <pc:sldChg chg="addSp delSp modSp">
        <pc:chgData name="Marco Favero" userId="0fcacb848a1e0136" providerId="Windows Live" clId="Web-{911BC8AB-80A2-1F58-0D98-E2853EA2E50B}" dt="2026-02-17T20:25:49.862" v="11"/>
        <pc:sldMkLst>
          <pc:docMk/>
          <pc:sldMk cId="3019794717" sldId="274"/>
        </pc:sldMkLst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3019794717" sldId="274"/>
            <ac:spMk id="2" creationId="{2DAB8AA7-2913-F68A-C703-434CA91AC097}"/>
          </ac:spMkLst>
        </pc:spChg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3019794717" sldId="274"/>
            <ac:spMk id="3" creationId="{68D1028D-4B18-9C43-87CC-8ECE00FAFF22}"/>
          </ac:spMkLst>
        </pc:spChg>
      </pc:sldChg>
      <pc:sldChg chg="addSp delSp modSp mod">
        <pc:chgData name="Marco Favero" userId="0fcacb848a1e0136" providerId="Windows Live" clId="Web-{911BC8AB-80A2-1F58-0D98-E2853EA2E50B}" dt="2026-02-17T20:46:13.056" v="87" actId="20577"/>
        <pc:sldMkLst>
          <pc:docMk/>
          <pc:sldMk cId="1377426700" sldId="275"/>
        </pc:sldMkLst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1377426700" sldId="275"/>
            <ac:spMk id="2" creationId="{9697CAEB-1F05-6A56-94AA-0B7B6AE242ED}"/>
          </ac:spMkLst>
        </pc:spChg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1377426700" sldId="275"/>
            <ac:spMk id="3" creationId="{AA5DFC2F-B67B-4282-1EB0-57B7D6697457}"/>
          </ac:spMkLst>
        </pc:spChg>
        <pc:spChg chg="add mod">
          <ac:chgData name="Marco Favero" userId="0fcacb848a1e0136" providerId="Windows Live" clId="Web-{911BC8AB-80A2-1F58-0D98-E2853EA2E50B}" dt="2026-02-17T20:45:21.634" v="59"/>
          <ac:spMkLst>
            <pc:docMk/>
            <pc:sldMk cId="1377426700" sldId="275"/>
            <ac:spMk id="7" creationId="{5D000D7A-4578-1253-E7E7-3800EC1E7AA2}"/>
          </ac:spMkLst>
        </pc:spChg>
        <pc:spChg chg="del mod">
          <ac:chgData name="Marco Favero" userId="0fcacb848a1e0136" providerId="Windows Live" clId="Web-{911BC8AB-80A2-1F58-0D98-E2853EA2E50B}" dt="2026-02-17T20:46:10.384" v="84"/>
          <ac:spMkLst>
            <pc:docMk/>
            <pc:sldMk cId="1377426700" sldId="275"/>
            <ac:spMk id="8" creationId="{FF9D816D-4006-7212-E7ED-BCE79854A9EC}"/>
          </ac:spMkLst>
        </pc:spChg>
        <pc:spChg chg="add mod">
          <ac:chgData name="Marco Favero" userId="0fcacb848a1e0136" providerId="Windows Live" clId="Web-{911BC8AB-80A2-1F58-0D98-E2853EA2E50B}" dt="2026-02-17T20:46:13.056" v="87" actId="20577"/>
          <ac:spMkLst>
            <pc:docMk/>
            <pc:sldMk cId="1377426700" sldId="275"/>
            <ac:spMk id="11" creationId="{ADCECB30-CBCD-29B0-E4BA-AFBDC7FC2D0D}"/>
          </ac:spMkLst>
        </pc:spChg>
      </pc:sldChg>
      <pc:sldChg chg="addSp delSp modSp mod">
        <pc:chgData name="Marco Favero" userId="0fcacb848a1e0136" providerId="Windows Live" clId="Web-{911BC8AB-80A2-1F58-0D98-E2853EA2E50B}" dt="2026-02-17T20:45:21.634" v="59"/>
        <pc:sldMkLst>
          <pc:docMk/>
          <pc:sldMk cId="3161461020" sldId="276"/>
        </pc:sldMkLst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3161461020" sldId="276"/>
            <ac:spMk id="2" creationId="{DD831984-029F-DA01-A327-0B2349BF9152}"/>
          </ac:spMkLst>
        </pc:spChg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3161461020" sldId="276"/>
            <ac:spMk id="3" creationId="{39B7E0F8-5462-CE58-44D4-B90B88B952BA}"/>
          </ac:spMkLst>
        </pc:spChg>
        <pc:spChg chg="mod">
          <ac:chgData name="Marco Favero" userId="0fcacb848a1e0136" providerId="Windows Live" clId="Web-{911BC8AB-80A2-1F58-0D98-E2853EA2E50B}" dt="2026-02-17T20:41:07.772" v="36" actId="1076"/>
          <ac:spMkLst>
            <pc:docMk/>
            <pc:sldMk cId="3161461020" sldId="276"/>
            <ac:spMk id="6" creationId="{2AD933A2-B2B9-22ED-4DF8-95471540F4B1}"/>
          </ac:spMkLst>
        </pc:spChg>
        <pc:spChg chg="add mod">
          <ac:chgData name="Marco Favero" userId="0fcacb848a1e0136" providerId="Windows Live" clId="Web-{911BC8AB-80A2-1F58-0D98-E2853EA2E50B}" dt="2026-02-17T20:45:21.634" v="59"/>
          <ac:spMkLst>
            <pc:docMk/>
            <pc:sldMk cId="3161461020" sldId="276"/>
            <ac:spMk id="7" creationId="{47B90C6B-EE84-4FC3-4208-B328F784FEC2}"/>
          </ac:spMkLst>
        </pc:spChg>
        <pc:spChg chg="mod">
          <ac:chgData name="Marco Favero" userId="0fcacb848a1e0136" providerId="Windows Live" clId="Web-{911BC8AB-80A2-1F58-0D98-E2853EA2E50B}" dt="2026-02-17T20:41:32.194" v="40" actId="1076"/>
          <ac:spMkLst>
            <pc:docMk/>
            <pc:sldMk cId="3161461020" sldId="276"/>
            <ac:spMk id="8" creationId="{343B0B2C-E11E-51D9-9CE3-8E5001BA00D9}"/>
          </ac:spMkLst>
        </pc:spChg>
        <pc:spChg chg="del">
          <ac:chgData name="Marco Favero" userId="0fcacb848a1e0136" providerId="Windows Live" clId="Web-{911BC8AB-80A2-1F58-0D98-E2853EA2E50B}" dt="2026-02-17T20:40:36.396" v="27"/>
          <ac:spMkLst>
            <pc:docMk/>
            <pc:sldMk cId="3161461020" sldId="276"/>
            <ac:spMk id="10" creationId="{457A3278-2F26-2792-E468-CCB134F64108}"/>
          </ac:spMkLst>
        </pc:spChg>
        <pc:grpChg chg="mod">
          <ac:chgData name="Marco Favero" userId="0fcacb848a1e0136" providerId="Windows Live" clId="Web-{911BC8AB-80A2-1F58-0D98-E2853EA2E50B}" dt="2026-02-17T20:41:04.240" v="35" actId="14100"/>
          <ac:grpSpMkLst>
            <pc:docMk/>
            <pc:sldMk cId="3161461020" sldId="276"/>
            <ac:grpSpMk id="4" creationId="{AD9F58E3-1890-1D4B-C0F4-0EB0C8E4F516}"/>
          </ac:grpSpMkLst>
        </pc:grpChg>
      </pc:sldChg>
      <pc:sldChg chg="addSp delSp modSp mod">
        <pc:chgData name="Marco Favero" userId="0fcacb848a1e0136" providerId="Windows Live" clId="Web-{911BC8AB-80A2-1F58-0D98-E2853EA2E50B}" dt="2026-02-17T20:46:23.150" v="91" actId="20577"/>
        <pc:sldMkLst>
          <pc:docMk/>
          <pc:sldMk cId="3903266464" sldId="277"/>
        </pc:sldMkLst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3903266464" sldId="277"/>
            <ac:spMk id="2" creationId="{4C93246C-A26E-780B-EABE-62A8DCC7492C}"/>
          </ac:spMkLst>
        </pc:spChg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3903266464" sldId="277"/>
            <ac:spMk id="3" creationId="{AAF159F0-11E6-549C-1970-FDC2B68327D6}"/>
          </ac:spMkLst>
        </pc:spChg>
        <pc:spChg chg="add mod">
          <ac:chgData name="Marco Favero" userId="0fcacb848a1e0136" providerId="Windows Live" clId="Web-{911BC8AB-80A2-1F58-0D98-E2853EA2E50B}" dt="2026-02-17T20:45:21.634" v="59"/>
          <ac:spMkLst>
            <pc:docMk/>
            <pc:sldMk cId="3903266464" sldId="277"/>
            <ac:spMk id="10" creationId="{C967D761-2380-82F6-D97F-96BACB739702}"/>
          </ac:spMkLst>
        </pc:spChg>
        <pc:spChg chg="del">
          <ac:chgData name="Marco Favero" userId="0fcacb848a1e0136" providerId="Windows Live" clId="Web-{911BC8AB-80A2-1F58-0D98-E2853EA2E50B}" dt="2026-02-17T20:46:18.853" v="88"/>
          <ac:spMkLst>
            <pc:docMk/>
            <pc:sldMk cId="3903266464" sldId="277"/>
            <ac:spMk id="11" creationId="{EEB610BC-46C8-F04E-063B-524CC33791C3}"/>
          </ac:spMkLst>
        </pc:spChg>
        <pc:spChg chg="add mod">
          <ac:chgData name="Marco Favero" userId="0fcacb848a1e0136" providerId="Windows Live" clId="Web-{911BC8AB-80A2-1F58-0D98-E2853EA2E50B}" dt="2026-02-17T20:46:23.150" v="91" actId="20577"/>
          <ac:spMkLst>
            <pc:docMk/>
            <pc:sldMk cId="3903266464" sldId="277"/>
            <ac:spMk id="14" creationId="{D256CC75-A4F6-75EF-FB8B-CCB0845CC5C8}"/>
          </ac:spMkLst>
        </pc:spChg>
      </pc:sldChg>
      <pc:sldChg chg="addSp delSp modSp mod">
        <pc:chgData name="Marco Favero" userId="0fcacb848a1e0136" providerId="Windows Live" clId="Web-{911BC8AB-80A2-1F58-0D98-E2853EA2E50B}" dt="2026-02-17T20:46:27.650" v="95" actId="20577"/>
        <pc:sldMkLst>
          <pc:docMk/>
          <pc:sldMk cId="306867253" sldId="278"/>
        </pc:sldMkLst>
        <pc:spChg chg="add del mod">
          <ac:chgData name="Marco Favero" userId="0fcacb848a1e0136" providerId="Windows Live" clId="Web-{911BC8AB-80A2-1F58-0D98-E2853EA2E50B}" dt="2026-02-17T20:25:40.534" v="8"/>
          <ac:spMkLst>
            <pc:docMk/>
            <pc:sldMk cId="306867253" sldId="278"/>
            <ac:spMk id="2" creationId="{871EF7E0-6905-877B-F165-7C123B0B1BEE}"/>
          </ac:spMkLst>
        </pc:spChg>
        <pc:spChg chg="add del mod">
          <ac:chgData name="Marco Favero" userId="0fcacb848a1e0136" providerId="Windows Live" clId="Web-{911BC8AB-80A2-1F58-0D98-E2853EA2E50B}" dt="2026-02-17T20:25:49.862" v="11"/>
          <ac:spMkLst>
            <pc:docMk/>
            <pc:sldMk cId="306867253" sldId="278"/>
            <ac:spMk id="3" creationId="{03CEE58E-6A75-572D-0F8D-384144B2DC3A}"/>
          </ac:spMkLst>
        </pc:spChg>
        <pc:spChg chg="add mod">
          <ac:chgData name="Marco Favero" userId="0fcacb848a1e0136" providerId="Windows Live" clId="Web-{911BC8AB-80A2-1F58-0D98-E2853EA2E50B}" dt="2026-02-17T20:45:21.634" v="59"/>
          <ac:spMkLst>
            <pc:docMk/>
            <pc:sldMk cId="306867253" sldId="278"/>
            <ac:spMk id="7" creationId="{F1500906-EE6D-6F49-656A-60D9346C8A7D}"/>
          </ac:spMkLst>
        </pc:spChg>
        <pc:spChg chg="del mod">
          <ac:chgData name="Marco Favero" userId="0fcacb848a1e0136" providerId="Windows Live" clId="Web-{911BC8AB-80A2-1F58-0D98-E2853EA2E50B}" dt="2026-02-17T20:46:25.291" v="92"/>
          <ac:spMkLst>
            <pc:docMk/>
            <pc:sldMk cId="306867253" sldId="278"/>
            <ac:spMk id="8" creationId="{0C152D00-0516-2C79-7202-4FCD08FFB491}"/>
          </ac:spMkLst>
        </pc:spChg>
        <pc:spChg chg="add mod">
          <ac:chgData name="Marco Favero" userId="0fcacb848a1e0136" providerId="Windows Live" clId="Web-{911BC8AB-80A2-1F58-0D98-E2853EA2E50B}" dt="2026-02-17T20:46:27.650" v="95" actId="20577"/>
          <ac:spMkLst>
            <pc:docMk/>
            <pc:sldMk cId="306867253" sldId="278"/>
            <ac:spMk id="11" creationId="{0F9812B5-04E0-06E5-8FEE-5B8D6078CB27}"/>
          </ac:spMkLst>
        </pc:spChg>
      </pc:sldChg>
      <pc:sldMasterChg chg="mod setBg modSldLayout">
        <pc:chgData name="Marco Favero" userId="0fcacb848a1e0136" providerId="Windows Live" clId="Web-{911BC8AB-80A2-1F58-0D98-E2853EA2E50B}" dt="2026-02-17T20:45:21.634" v="59"/>
        <pc:sldMasterMkLst>
          <pc:docMk/>
          <pc:sldMasterMk cId="0" sldId="2147483648"/>
        </pc:sldMasterMkLst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Marco Favero" userId="0fcacb848a1e0136" providerId="Windows Live" clId="Web-{911BC8AB-80A2-1F58-0D98-E2853EA2E50B}" dt="2026-02-17T20:45:21.634" v="59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Guest User" providerId="Windows Live" clId="Web-{B2C27B5A-0CC9-7F71-2AF6-B3A17284E5B0}"/>
    <pc:docChg chg="modSld sldOrd">
      <pc:chgData name="Guest User" userId="" providerId="Windows Live" clId="Web-{B2C27B5A-0CC9-7F71-2AF6-B3A17284E5B0}" dt="2026-02-18T11:14:50.481" v="59"/>
      <pc:docMkLst>
        <pc:docMk/>
      </pc:docMkLst>
      <pc:sldChg chg="modSp">
        <pc:chgData name="Guest User" userId="" providerId="Windows Live" clId="Web-{B2C27B5A-0CC9-7F71-2AF6-B3A17284E5B0}" dt="2026-02-18T11:10:32.859" v="58"/>
        <pc:sldMkLst>
          <pc:docMk/>
          <pc:sldMk cId="0" sldId="257"/>
        </pc:sldMkLst>
        <pc:graphicFrameChg chg="mod modGraphic">
          <ac:chgData name="Guest User" userId="" providerId="Windows Live" clId="Web-{B2C27B5A-0CC9-7F71-2AF6-B3A17284E5B0}" dt="2026-02-18T11:10:32.859" v="58"/>
          <ac:graphicFrameMkLst>
            <pc:docMk/>
            <pc:sldMk cId="0" sldId="257"/>
            <ac:graphicFrameMk id="9" creationId="{F1DD467D-F790-0BBE-883B-A6AF2AAAF408}"/>
          </ac:graphicFrameMkLst>
        </pc:graphicFrameChg>
      </pc:sldChg>
      <pc:sldChg chg="ord">
        <pc:chgData name="Guest User" userId="" providerId="Windows Live" clId="Web-{B2C27B5A-0CC9-7F71-2AF6-B3A17284E5B0}" dt="2026-02-18T11:14:50.481" v="59"/>
        <pc:sldMkLst>
          <pc:docMk/>
          <pc:sldMk cId="306867253" sldId="278"/>
        </pc:sldMkLst>
      </pc:sldChg>
    </pc:docChg>
  </pc:docChgLst>
  <pc:docChgLst>
    <pc:chgData name="Utente guest" providerId="Windows Live" clId="Web-{BA5D7DE6-F734-2C28-27FB-BB4044CA2312}"/>
    <pc:docChg chg="modSld">
      <pc:chgData name="Utente guest" userId="" providerId="Windows Live" clId="Web-{BA5D7DE6-F734-2C28-27FB-BB4044CA2312}" dt="2026-02-18T06:54:55.674" v="51"/>
      <pc:docMkLst>
        <pc:docMk/>
      </pc:docMkLst>
      <pc:sldChg chg="modSp">
        <pc:chgData name="Utente guest" userId="" providerId="Windows Live" clId="Web-{BA5D7DE6-F734-2C28-27FB-BB4044CA2312}" dt="2026-02-18T06:54:55.674" v="51"/>
        <pc:sldMkLst>
          <pc:docMk/>
          <pc:sldMk cId="3903266464" sldId="277"/>
        </pc:sldMkLst>
        <pc:graphicFrameChg chg="mod modGraphic">
          <ac:chgData name="Utente guest" userId="" providerId="Windows Live" clId="Web-{BA5D7DE6-F734-2C28-27FB-BB4044CA2312}" dt="2026-02-18T06:54:55.674" v="51"/>
          <ac:graphicFrameMkLst>
            <pc:docMk/>
            <pc:sldMk cId="3903266464" sldId="277"/>
            <ac:graphicFrameMk id="8" creationId="{5F25C64C-22F5-9AE8-6A66-186454EE69BD}"/>
          </ac:graphicFrameMkLst>
        </pc:graphicFrameChg>
      </pc:sldChg>
    </pc:docChg>
  </pc:docChgLst>
  <pc:docChgLst>
    <pc:chgData name="Alberto Pignat" userId="165221bbcb9d03a0" providerId="LiveId" clId="{82225DB8-33C6-457D-8793-89331F23FC54}"/>
    <pc:docChg chg="modSld">
      <pc:chgData name="Alberto Pignat" userId="165221bbcb9d03a0" providerId="LiveId" clId="{82225DB8-33C6-457D-8793-89331F23FC54}" dt="2026-02-18T19:19:20.309" v="90" actId="14100"/>
      <pc:docMkLst>
        <pc:docMk/>
      </pc:docMkLst>
      <pc:sldChg chg="addSp delSp modSp mod">
        <pc:chgData name="Alberto Pignat" userId="165221bbcb9d03a0" providerId="LiveId" clId="{82225DB8-33C6-457D-8793-89331F23FC54}" dt="2026-02-18T19:19:20.309" v="90" actId="14100"/>
        <pc:sldMkLst>
          <pc:docMk/>
          <pc:sldMk cId="171084290" sldId="288"/>
        </pc:sldMkLst>
        <pc:spChg chg="add mod ord">
          <ac:chgData name="Alberto Pignat" userId="165221bbcb9d03a0" providerId="LiveId" clId="{82225DB8-33C6-457D-8793-89331F23FC54}" dt="2026-02-18T19:19:20.309" v="90" actId="14100"/>
          <ac:spMkLst>
            <pc:docMk/>
            <pc:sldMk cId="171084290" sldId="288"/>
            <ac:spMk id="2" creationId="{F7EC0A21-2ECE-1399-F1BE-FD0BF93E2AA3}"/>
          </ac:spMkLst>
        </pc:spChg>
        <pc:spChg chg="mod">
          <ac:chgData name="Alberto Pignat" userId="165221bbcb9d03a0" providerId="LiveId" clId="{82225DB8-33C6-457D-8793-89331F23FC54}" dt="2026-02-18T19:19:17.645" v="89" actId="20577"/>
          <ac:spMkLst>
            <pc:docMk/>
            <pc:sldMk cId="171084290" sldId="288"/>
            <ac:spMk id="9" creationId="{37264D85-75B9-F0B3-C6C8-257F74B74FF3}"/>
          </ac:spMkLst>
        </pc:spChg>
        <pc:spChg chg="del mod">
          <ac:chgData name="Alberto Pignat" userId="165221bbcb9d03a0" providerId="LiveId" clId="{82225DB8-33C6-457D-8793-89331F23FC54}" dt="2026-02-18T17:52:04.107" v="11"/>
          <ac:spMkLst>
            <pc:docMk/>
            <pc:sldMk cId="171084290" sldId="288"/>
            <ac:spMk id="15" creationId="{66BF2CDF-035D-2970-3241-2291A3564953}"/>
          </ac:spMkLst>
        </pc:spChg>
      </pc:sldChg>
    </pc:docChg>
  </pc:docChgLst>
  <pc:docChgLst>
    <pc:chgData name="Guest User" providerId="Windows Live" clId="Web-{57CBE289-7FFD-2276-1FCF-F28EAE4DFAD9}"/>
    <pc:docChg chg="modSld">
      <pc:chgData name="Guest User" userId="" providerId="Windows Live" clId="Web-{57CBE289-7FFD-2276-1FCF-F28EAE4DFAD9}" dt="2026-02-18T21:51:26.574" v="42" actId="1076"/>
      <pc:docMkLst>
        <pc:docMk/>
      </pc:docMkLst>
      <pc:sldChg chg="modSp">
        <pc:chgData name="Guest User" userId="" providerId="Windows Live" clId="Web-{57CBE289-7FFD-2276-1FCF-F28EAE4DFAD9}" dt="2026-02-18T21:51:26.574" v="42" actId="1076"/>
        <pc:sldMkLst>
          <pc:docMk/>
          <pc:sldMk cId="0" sldId="257"/>
        </pc:sldMkLst>
        <pc:graphicFrameChg chg="mod modGraphic">
          <ac:chgData name="Guest User" userId="" providerId="Windows Live" clId="Web-{57CBE289-7FFD-2276-1FCF-F28EAE4DFAD9}" dt="2026-02-18T21:51:26.574" v="42" actId="1076"/>
          <ac:graphicFrameMkLst>
            <pc:docMk/>
            <pc:sldMk cId="0" sldId="257"/>
            <ac:graphicFrameMk id="9" creationId="{F1DD467D-F790-0BBE-883B-A6AF2AAAF408}"/>
          </ac:graphicFrameMkLst>
        </pc:graphicFrameChg>
      </pc:sldChg>
    </pc:docChg>
  </pc:docChgLst>
  <pc:docChgLst>
    <pc:chgData name="Utente guest" providerId="Windows Live" clId="Web-{2059A057-64A0-5DC7-D772-A6166D0F1F5B}"/>
    <pc:docChg chg="delSld modSld">
      <pc:chgData name="Utente guest" userId="" providerId="Windows Live" clId="Web-{2059A057-64A0-5DC7-D772-A6166D0F1F5B}" dt="2026-02-18T13:34:11.296" v="3" actId="1076"/>
      <pc:docMkLst>
        <pc:docMk/>
      </pc:docMkLst>
      <pc:sldChg chg="del">
        <pc:chgData name="Utente guest" userId="" providerId="Windows Live" clId="Web-{2059A057-64A0-5DC7-D772-A6166D0F1F5B}" dt="2026-02-18T13:30:16.705" v="2"/>
        <pc:sldMkLst>
          <pc:docMk/>
          <pc:sldMk cId="306867253" sldId="278"/>
        </pc:sldMkLst>
      </pc:sldChg>
      <pc:sldChg chg="modSp">
        <pc:chgData name="Utente guest" userId="" providerId="Windows Live" clId="Web-{2059A057-64A0-5DC7-D772-A6166D0F1F5B}" dt="2026-02-18T13:34:11.296" v="3" actId="1076"/>
        <pc:sldMkLst>
          <pc:docMk/>
          <pc:sldMk cId="3216321017" sldId="289"/>
        </pc:sldMkLst>
        <pc:spChg chg="mod">
          <ac:chgData name="Utente guest" userId="" providerId="Windows Live" clId="Web-{2059A057-64A0-5DC7-D772-A6166D0F1F5B}" dt="2026-02-18T13:30:02.095" v="0" actId="20577"/>
          <ac:spMkLst>
            <pc:docMk/>
            <pc:sldMk cId="3216321017" sldId="289"/>
            <ac:spMk id="11" creationId="{22DE8B13-5D4E-BB7B-A6C6-9811A7BACF4D}"/>
          </ac:spMkLst>
        </pc:spChg>
        <pc:graphicFrameChg chg="mod">
          <ac:chgData name="Utente guest" userId="" providerId="Windows Live" clId="Web-{2059A057-64A0-5DC7-D772-A6166D0F1F5B}" dt="2026-02-18T13:34:11.296" v="3" actId="1076"/>
          <ac:graphicFrameMkLst>
            <pc:docMk/>
            <pc:sldMk cId="3216321017" sldId="289"/>
            <ac:graphicFrameMk id="3" creationId="{587481F5-FF1F-88E5-E809-EC0756CDB029}"/>
          </ac:graphicFrameMkLst>
        </pc:graphicFrameChg>
      </pc:sldChg>
      <pc:sldChg chg="modSp">
        <pc:chgData name="Utente guest" userId="" providerId="Windows Live" clId="Web-{2059A057-64A0-5DC7-D772-A6166D0F1F5B}" dt="2026-02-18T13:30:06.720" v="1" actId="20577"/>
        <pc:sldMkLst>
          <pc:docMk/>
          <pc:sldMk cId="3545748878" sldId="290"/>
        </pc:sldMkLst>
        <pc:spChg chg="mod">
          <ac:chgData name="Utente guest" userId="" providerId="Windows Live" clId="Web-{2059A057-64A0-5DC7-D772-A6166D0F1F5B}" dt="2026-02-18T13:30:06.720" v="1" actId="20577"/>
          <ac:spMkLst>
            <pc:docMk/>
            <pc:sldMk cId="3545748878" sldId="290"/>
            <ac:spMk id="13" creationId="{9CE1E398-3B44-123B-A211-32E359A87F59}"/>
          </ac:spMkLst>
        </pc:spChg>
      </pc:sldChg>
    </pc:docChg>
  </pc:docChgLst>
  <pc:docChgLst>
    <pc:chgData name="Utente guest" providerId="Windows Live" clId="Web-{32C5C086-3B85-37D4-E2C3-10605425BCA9}"/>
    <pc:docChg chg="modSld">
      <pc:chgData name="Utente guest" userId="" providerId="Windows Live" clId="Web-{32C5C086-3B85-37D4-E2C3-10605425BCA9}" dt="2026-02-18T08:16:53.516" v="35"/>
      <pc:docMkLst>
        <pc:docMk/>
      </pc:docMkLst>
      <pc:sldChg chg="modSp">
        <pc:chgData name="Utente guest" userId="" providerId="Windows Live" clId="Web-{32C5C086-3B85-37D4-E2C3-10605425BCA9}" dt="2026-02-18T08:16:53.516" v="35"/>
        <pc:sldMkLst>
          <pc:docMk/>
          <pc:sldMk cId="0" sldId="257"/>
        </pc:sldMkLst>
        <pc:graphicFrameChg chg="mod modGraphic">
          <ac:chgData name="Utente guest" userId="" providerId="Windows Live" clId="Web-{32C5C086-3B85-37D4-E2C3-10605425BCA9}" dt="2026-02-18T08:16:53.516" v="35"/>
          <ac:graphicFrameMkLst>
            <pc:docMk/>
            <pc:sldMk cId="0" sldId="257"/>
            <ac:graphicFrameMk id="9" creationId="{F1DD467D-F790-0BBE-883B-A6AF2AAAF408}"/>
          </ac:graphicFrameMkLst>
        </pc:graphicFrameChg>
      </pc:sldChg>
    </pc:docChg>
  </pc:docChgLst>
  <pc:docChgLst>
    <pc:chgData name="Utente guest" providerId="Windows Live" clId="Web-{06CE34BD-122E-AD0F-E522-FE621DF38331}"/>
    <pc:docChg chg="modSld">
      <pc:chgData name="Utente guest" userId="" providerId="Windows Live" clId="Web-{06CE34BD-122E-AD0F-E522-FE621DF38331}" dt="2026-02-17T20:26:05.911" v="0" actId="14100"/>
      <pc:docMkLst>
        <pc:docMk/>
      </pc:docMkLst>
      <pc:sldChg chg="modSp">
        <pc:chgData name="Utente guest" userId="" providerId="Windows Live" clId="Web-{06CE34BD-122E-AD0F-E522-FE621DF38331}" dt="2026-02-17T20:26:05.911" v="0" actId="14100"/>
        <pc:sldMkLst>
          <pc:docMk/>
          <pc:sldMk cId="1319620514" sldId="273"/>
        </pc:sldMkLst>
        <pc:picChg chg="mod">
          <ac:chgData name="Utente guest" userId="" providerId="Windows Live" clId="Web-{06CE34BD-122E-AD0F-E522-FE621DF38331}" dt="2026-02-17T20:26:05.911" v="0" actId="14100"/>
          <ac:picMkLst>
            <pc:docMk/>
            <pc:sldMk cId="1319620514" sldId="273"/>
            <ac:picMk id="8" creationId="{1D420CE6-53C6-A0AD-AB37-58BCAC66CA45}"/>
          </ac:picMkLst>
        </pc:picChg>
      </pc:sldChg>
    </pc:docChg>
  </pc:docChgLst>
  <pc:docChgLst>
    <pc:chgData name="Guest User" providerId="Windows Live" clId="Web-{460AEC5D-3AC3-A2D0-197E-2286CB217F37}"/>
    <pc:docChg chg="modSld">
      <pc:chgData name="Guest User" userId="" providerId="Windows Live" clId="Web-{460AEC5D-3AC3-A2D0-197E-2286CB217F37}" dt="2026-02-18T18:02:31.984" v="2" actId="20577"/>
      <pc:docMkLst>
        <pc:docMk/>
      </pc:docMkLst>
      <pc:sldChg chg="modSp">
        <pc:chgData name="Guest User" userId="" providerId="Windows Live" clId="Web-{460AEC5D-3AC3-A2D0-197E-2286CB217F37}" dt="2026-02-18T18:02:31.984" v="2" actId="20577"/>
        <pc:sldMkLst>
          <pc:docMk/>
          <pc:sldMk cId="171084290" sldId="288"/>
        </pc:sldMkLst>
        <pc:spChg chg="mod">
          <ac:chgData name="Guest User" userId="" providerId="Windows Live" clId="Web-{460AEC5D-3AC3-A2D0-197E-2286CB217F37}" dt="2026-02-18T18:02:31.984" v="2" actId="20577"/>
          <ac:spMkLst>
            <pc:docMk/>
            <pc:sldMk cId="171084290" sldId="288"/>
            <ac:spMk id="9" creationId="{37264D85-75B9-F0B3-C6C8-257F74B74FF3}"/>
          </ac:spMkLst>
        </pc:spChg>
      </pc:sldChg>
    </pc:docChg>
  </pc:docChgLst>
  <pc:docChgLst>
    <pc:chgData name="Linor Sadè" userId="bc0d0fd32ca69c27" providerId="LiveId" clId="{B95D7766-B897-4EE2-8E3B-06A5BFEC6316}"/>
    <pc:docChg chg="undo redo custSel addSld delSld modSld sldOrd modMainMaster">
      <pc:chgData name="Linor Sadè" userId="bc0d0fd32ca69c27" providerId="LiveId" clId="{B95D7766-B897-4EE2-8E3B-06A5BFEC6316}" dt="2026-02-18T17:53:31.382" v="4339" actId="1076"/>
      <pc:docMkLst>
        <pc:docMk/>
      </pc:docMkLst>
      <pc:sldChg chg="del">
        <pc:chgData name="Linor Sadè" userId="bc0d0fd32ca69c27" providerId="LiveId" clId="{B95D7766-B897-4EE2-8E3B-06A5BFEC6316}" dt="2026-02-18T07:32:47.701" v="4211" actId="47"/>
        <pc:sldMkLst>
          <pc:docMk/>
          <pc:sldMk cId="0" sldId="256"/>
        </pc:sldMkLst>
      </pc:sldChg>
      <pc:sldChg chg="addSp delSp modSp mod setBg">
        <pc:chgData name="Linor Sadè" userId="bc0d0fd32ca69c27" providerId="LiveId" clId="{B95D7766-B897-4EE2-8E3B-06A5BFEC6316}" dt="2026-02-18T07:31:11.197" v="4195" actId="20577"/>
        <pc:sldMkLst>
          <pc:docMk/>
          <pc:sldMk cId="0" sldId="257"/>
        </pc:sldMkLst>
        <pc:spChg chg="add mod">
          <ac:chgData name="Linor Sadè" userId="bc0d0fd32ca69c27" providerId="LiveId" clId="{B95D7766-B897-4EE2-8E3B-06A5BFEC6316}" dt="2026-02-18T06:31:43.303" v="3511" actId="1076"/>
          <ac:spMkLst>
            <pc:docMk/>
            <pc:sldMk cId="0" sldId="257"/>
            <ac:spMk id="3" creationId="{3F411D4D-B621-931E-0771-7A56090A3B4A}"/>
          </ac:spMkLst>
        </pc:spChg>
        <pc:spChg chg="mod">
          <ac:chgData name="Linor Sadè" userId="bc0d0fd32ca69c27" providerId="LiveId" clId="{B95D7766-B897-4EE2-8E3B-06A5BFEC6316}" dt="2026-02-18T03:17:57.197" v="371" actId="21"/>
          <ac:spMkLst>
            <pc:docMk/>
            <pc:sldMk cId="0" sldId="257"/>
            <ac:spMk id="6" creationId="{00000000-0000-0000-0000-000000000000}"/>
          </ac:spMkLst>
        </pc:spChg>
        <pc:spChg chg="mod">
          <ac:chgData name="Linor Sadè" userId="bc0d0fd32ca69c27" providerId="LiveId" clId="{B95D7766-B897-4EE2-8E3B-06A5BFEC6316}" dt="2026-02-18T03:30:30.445" v="496" actId="6549"/>
          <ac:spMkLst>
            <pc:docMk/>
            <pc:sldMk cId="0" sldId="257"/>
            <ac:spMk id="10" creationId="{1C2EA72E-9248-B9E8-48BD-1D01611DB3C9}"/>
          </ac:spMkLst>
        </pc:spChg>
        <pc:spChg chg="add del mod ord">
          <ac:chgData name="Linor Sadè" userId="bc0d0fd32ca69c27" providerId="LiveId" clId="{B95D7766-B897-4EE2-8E3B-06A5BFEC6316}" dt="2026-02-18T03:29:39.982" v="477" actId="478"/>
          <ac:spMkLst>
            <pc:docMk/>
            <pc:sldMk cId="0" sldId="257"/>
            <ac:spMk id="11" creationId="{5DECE122-1F82-9B00-FFFE-44D649837B2F}"/>
          </ac:spMkLst>
        </pc:spChg>
        <pc:spChg chg="add mod ord">
          <ac:chgData name="Linor Sadè" userId="bc0d0fd32ca69c27" providerId="LiveId" clId="{B95D7766-B897-4EE2-8E3B-06A5BFEC6316}" dt="2026-02-18T03:31:34.922" v="500" actId="14100"/>
          <ac:spMkLst>
            <pc:docMk/>
            <pc:sldMk cId="0" sldId="257"/>
            <ac:spMk id="12" creationId="{3A2C17C2-72C8-34CA-E2D9-735801351B0D}"/>
          </ac:spMkLst>
        </pc:spChg>
        <pc:spChg chg="mod">
          <ac:chgData name="Linor Sadè" userId="bc0d0fd32ca69c27" providerId="LiveId" clId="{B95D7766-B897-4EE2-8E3B-06A5BFEC6316}" dt="2026-02-18T07:31:11.197" v="4195" actId="20577"/>
          <ac:spMkLst>
            <pc:docMk/>
            <pc:sldMk cId="0" sldId="257"/>
            <ac:spMk id="14" creationId="{C16BBE9F-60AC-8E69-3A36-7DAD84627103}"/>
          </ac:spMkLst>
        </pc:spChg>
        <pc:spChg chg="add mod">
          <ac:chgData name="Linor Sadè" userId="bc0d0fd32ca69c27" providerId="LiveId" clId="{B95D7766-B897-4EE2-8E3B-06A5BFEC6316}" dt="2026-02-18T03:30:23.493" v="494" actId="1076"/>
          <ac:spMkLst>
            <pc:docMk/>
            <pc:sldMk cId="0" sldId="257"/>
            <ac:spMk id="15" creationId="{566033F0-7B3D-D1CC-1626-60953C50D33D}"/>
          </ac:spMkLst>
        </pc:spChg>
        <pc:spChg chg="add del mod">
          <ac:chgData name="Linor Sadè" userId="bc0d0fd32ca69c27" providerId="LiveId" clId="{B95D7766-B897-4EE2-8E3B-06A5BFEC6316}" dt="2026-02-18T03:34:30.805" v="541" actId="478"/>
          <ac:spMkLst>
            <pc:docMk/>
            <pc:sldMk cId="0" sldId="257"/>
            <ac:spMk id="16" creationId="{70C75CB3-1331-7BC1-3F7B-B60681EB6A34}"/>
          </ac:spMkLst>
        </pc:spChg>
        <pc:spChg chg="add del mod">
          <ac:chgData name="Linor Sadè" userId="bc0d0fd32ca69c27" providerId="LiveId" clId="{B95D7766-B897-4EE2-8E3B-06A5BFEC6316}" dt="2026-02-18T03:34:28.528" v="540" actId="478"/>
          <ac:spMkLst>
            <pc:docMk/>
            <pc:sldMk cId="0" sldId="257"/>
            <ac:spMk id="17" creationId="{3CAF0D4E-6A37-C509-37AC-8383B85C6E41}"/>
          </ac:spMkLst>
        </pc:spChg>
        <pc:spChg chg="add del mod">
          <ac:chgData name="Linor Sadè" userId="bc0d0fd32ca69c27" providerId="LiveId" clId="{B95D7766-B897-4EE2-8E3B-06A5BFEC6316}" dt="2026-02-18T03:34:17.843" v="538" actId="478"/>
          <ac:spMkLst>
            <pc:docMk/>
            <pc:sldMk cId="0" sldId="257"/>
            <ac:spMk id="18" creationId="{68B5F315-5698-5376-99D9-3FB70E5CF905}"/>
          </ac:spMkLst>
        </pc:spChg>
        <pc:grpChg chg="mod">
          <ac:chgData name="Linor Sadè" userId="bc0d0fd32ca69c27" providerId="LiveId" clId="{B95D7766-B897-4EE2-8E3B-06A5BFEC6316}" dt="2026-02-18T03:17:53.521" v="370" actId="14100"/>
          <ac:grpSpMkLst>
            <pc:docMk/>
            <pc:sldMk cId="0" sldId="257"/>
            <ac:grpSpMk id="4" creationId="{00000000-0000-0000-0000-000000000000}"/>
          </ac:grpSpMkLst>
        </pc:grpChg>
        <pc:graphicFrameChg chg="add mod">
          <ac:chgData name="Linor Sadè" userId="bc0d0fd32ca69c27" providerId="LiveId" clId="{B95D7766-B897-4EE2-8E3B-06A5BFEC6316}" dt="2026-02-18T03:22:30.959" v="441"/>
          <ac:graphicFrameMkLst>
            <pc:docMk/>
            <pc:sldMk cId="0" sldId="257"/>
            <ac:graphicFrameMk id="7" creationId="{494F8BFA-A402-19D8-588C-3C9256FB9CB7}"/>
          </ac:graphicFrameMkLst>
        </pc:graphicFrameChg>
        <pc:graphicFrameChg chg="mod modGraphic">
          <ac:chgData name="Linor Sadè" userId="bc0d0fd32ca69c27" providerId="LiveId" clId="{B95D7766-B897-4EE2-8E3B-06A5BFEC6316}" dt="2026-02-18T03:34:42.154" v="542" actId="1076"/>
          <ac:graphicFrameMkLst>
            <pc:docMk/>
            <pc:sldMk cId="0" sldId="257"/>
            <ac:graphicFrameMk id="9" creationId="{F1DD467D-F790-0BBE-883B-A6AF2AAAF408}"/>
          </ac:graphicFrameMkLst>
        </pc:graphicFrameChg>
        <pc:inkChg chg="mod">
          <ac:chgData name="Linor Sadè" userId="bc0d0fd32ca69c27" providerId="LiveId" clId="{B95D7766-B897-4EE2-8E3B-06A5BFEC6316}" dt="2026-02-18T03:34:42.154" v="542" actId="1076"/>
          <ac:inkMkLst>
            <pc:docMk/>
            <pc:sldMk cId="0" sldId="257"/>
            <ac:inkMk id="8" creationId="{A29C99DC-E792-7A30-1FFA-AA97E1BF9479}"/>
          </ac:inkMkLst>
        </pc:inkChg>
      </pc:sldChg>
      <pc:sldChg chg="addSp delSp modSp del mod setBg">
        <pc:chgData name="Linor Sadè" userId="bc0d0fd32ca69c27" providerId="LiveId" clId="{B95D7766-B897-4EE2-8E3B-06A5BFEC6316}" dt="2026-02-18T03:36:49.530" v="563" actId="47"/>
        <pc:sldMkLst>
          <pc:docMk/>
          <pc:sldMk cId="3058511793" sldId="271"/>
        </pc:sldMkLst>
        <pc:spChg chg="add mod">
          <ac:chgData name="Linor Sadè" userId="bc0d0fd32ca69c27" providerId="LiveId" clId="{B95D7766-B897-4EE2-8E3B-06A5BFEC6316}" dt="2026-02-18T03:26:05.900" v="457"/>
          <ac:spMkLst>
            <pc:docMk/>
            <pc:sldMk cId="3058511793" sldId="271"/>
            <ac:spMk id="2" creationId="{07DA6AF2-80C5-2B21-9882-CE8A04523973}"/>
          </ac:spMkLst>
        </pc:spChg>
        <pc:grpChg chg="del">
          <ac:chgData name="Linor Sadè" userId="bc0d0fd32ca69c27" providerId="LiveId" clId="{B95D7766-B897-4EE2-8E3B-06A5BFEC6316}" dt="2026-02-18T03:26:05.041" v="456" actId="478"/>
          <ac:grpSpMkLst>
            <pc:docMk/>
            <pc:sldMk cId="3058511793" sldId="271"/>
            <ac:grpSpMk id="4" creationId="{674D9BAB-0694-8FA4-B90B-BED632C0A45D}"/>
          </ac:grpSpMkLst>
        </pc:grpChg>
      </pc:sldChg>
      <pc:sldChg chg="del ord">
        <pc:chgData name="Linor Sadè" userId="bc0d0fd32ca69c27" providerId="LiveId" clId="{B95D7766-B897-4EE2-8E3B-06A5BFEC6316}" dt="2026-02-18T07:32:47.701" v="4211" actId="47"/>
        <pc:sldMkLst>
          <pc:docMk/>
          <pc:sldMk cId="3887135255" sldId="272"/>
        </pc:sldMkLst>
      </pc:sldChg>
      <pc:sldChg chg="del ord">
        <pc:chgData name="Linor Sadè" userId="bc0d0fd32ca69c27" providerId="LiveId" clId="{B95D7766-B897-4EE2-8E3B-06A5BFEC6316}" dt="2026-02-18T07:32:47.701" v="4211" actId="47"/>
        <pc:sldMkLst>
          <pc:docMk/>
          <pc:sldMk cId="1319620514" sldId="273"/>
        </pc:sldMkLst>
      </pc:sldChg>
      <pc:sldChg chg="del ord">
        <pc:chgData name="Linor Sadè" userId="bc0d0fd32ca69c27" providerId="LiveId" clId="{B95D7766-B897-4EE2-8E3B-06A5BFEC6316}" dt="2026-02-18T07:32:47.701" v="4211" actId="47"/>
        <pc:sldMkLst>
          <pc:docMk/>
          <pc:sldMk cId="1377426700" sldId="275"/>
        </pc:sldMkLst>
      </pc:sldChg>
      <pc:sldChg chg="modSp mod setBg">
        <pc:chgData name="Linor Sadè" userId="bc0d0fd32ca69c27" providerId="LiveId" clId="{B95D7766-B897-4EE2-8E3B-06A5BFEC6316}" dt="2026-02-18T09:33:33.304" v="4266" actId="1076"/>
        <pc:sldMkLst>
          <pc:docMk/>
          <pc:sldMk cId="3903266464" sldId="277"/>
        </pc:sldMkLst>
        <pc:spChg chg="mod">
          <ac:chgData name="Linor Sadè" userId="bc0d0fd32ca69c27" providerId="LiveId" clId="{B95D7766-B897-4EE2-8E3B-06A5BFEC6316}" dt="2026-02-18T09:33:33.304" v="4266" actId="1076"/>
          <ac:spMkLst>
            <pc:docMk/>
            <pc:sldMk cId="3903266464" sldId="277"/>
            <ac:spMk id="6" creationId="{50D82B6C-4CC0-9C4B-F2EC-FA94D2C99DCD}"/>
          </ac:spMkLst>
        </pc:spChg>
        <pc:grpChg chg="mod">
          <ac:chgData name="Linor Sadè" userId="bc0d0fd32ca69c27" providerId="LiveId" clId="{B95D7766-B897-4EE2-8E3B-06A5BFEC6316}" dt="2026-02-18T09:33:12.421" v="4264" actId="1076"/>
          <ac:grpSpMkLst>
            <pc:docMk/>
            <pc:sldMk cId="3903266464" sldId="277"/>
            <ac:grpSpMk id="4" creationId="{4BA6D79A-42A3-C42E-CE50-8BF632182851}"/>
          </ac:grpSpMkLst>
        </pc:grpChg>
      </pc:sldChg>
      <pc:sldChg chg="addSp delSp modSp mod setBg">
        <pc:chgData name="Linor Sadè" userId="bc0d0fd32ca69c27" providerId="LiveId" clId="{B95D7766-B897-4EE2-8E3B-06A5BFEC6316}" dt="2026-02-18T09:35:35.730" v="4319" actId="14100"/>
        <pc:sldMkLst>
          <pc:docMk/>
          <pc:sldMk cId="306867253" sldId="278"/>
        </pc:sldMkLst>
        <pc:spChg chg="add mod">
          <ac:chgData name="Linor Sadè" userId="bc0d0fd32ca69c27" providerId="LiveId" clId="{B95D7766-B897-4EE2-8E3B-06A5BFEC6316}" dt="2026-02-18T09:35:35.730" v="4319" actId="14100"/>
          <ac:spMkLst>
            <pc:docMk/>
            <pc:sldMk cId="306867253" sldId="278"/>
            <ac:spMk id="3" creationId="{EC3DE68B-1AB8-652F-DD6F-77A211E68B4B}"/>
          </ac:spMkLst>
        </pc:spChg>
        <pc:spChg chg="topLvl">
          <ac:chgData name="Linor Sadè" userId="bc0d0fd32ca69c27" providerId="LiveId" clId="{B95D7766-B897-4EE2-8E3B-06A5BFEC6316}" dt="2026-02-18T09:34:17.773" v="4300" actId="478"/>
          <ac:spMkLst>
            <pc:docMk/>
            <pc:sldMk cId="306867253" sldId="278"/>
            <ac:spMk id="5" creationId="{305B438E-459C-F638-136A-659146638115}"/>
          </ac:spMkLst>
        </pc:spChg>
        <pc:spChg chg="del topLvl">
          <ac:chgData name="Linor Sadè" userId="bc0d0fd32ca69c27" providerId="LiveId" clId="{B95D7766-B897-4EE2-8E3B-06A5BFEC6316}" dt="2026-02-18T09:34:17.773" v="4300" actId="478"/>
          <ac:spMkLst>
            <pc:docMk/>
            <pc:sldMk cId="306867253" sldId="278"/>
            <ac:spMk id="6" creationId="{B0F51ACA-F2EE-1AFD-FA56-006D184A1AD3}"/>
          </ac:spMkLst>
        </pc:spChg>
        <pc:grpChg chg="del">
          <ac:chgData name="Linor Sadè" userId="bc0d0fd32ca69c27" providerId="LiveId" clId="{B95D7766-B897-4EE2-8E3B-06A5BFEC6316}" dt="2026-02-18T09:34:17.773" v="4300" actId="478"/>
          <ac:grpSpMkLst>
            <pc:docMk/>
            <pc:sldMk cId="306867253" sldId="278"/>
            <ac:grpSpMk id="4" creationId="{43E1120F-173E-1A26-ECC3-12A127D2BFAA}"/>
          </ac:grpSpMkLst>
        </pc:grpChg>
      </pc:sldChg>
      <pc:sldChg chg="addSp delSp modSp mod setBg">
        <pc:chgData name="Linor Sadè" userId="bc0d0fd32ca69c27" providerId="LiveId" clId="{B95D7766-B897-4EE2-8E3B-06A5BFEC6316}" dt="2026-02-18T03:13:02.316" v="307" actId="1076"/>
        <pc:sldMkLst>
          <pc:docMk/>
          <pc:sldMk cId="1066741485" sldId="279"/>
        </pc:sldMkLst>
        <pc:spChg chg="del topLvl">
          <ac:chgData name="Linor Sadè" userId="bc0d0fd32ca69c27" providerId="LiveId" clId="{B95D7766-B897-4EE2-8E3B-06A5BFEC6316}" dt="2026-02-18T03:05:57.844" v="199" actId="478"/>
          <ac:spMkLst>
            <pc:docMk/>
            <pc:sldMk cId="1066741485" sldId="279"/>
            <ac:spMk id="3" creationId="{05257752-AECC-A2F7-D1A9-3535E58F99E8}"/>
          </ac:spMkLst>
        </pc:spChg>
        <pc:spChg chg="del mod topLvl">
          <ac:chgData name="Linor Sadè" userId="bc0d0fd32ca69c27" providerId="LiveId" clId="{B95D7766-B897-4EE2-8E3B-06A5BFEC6316}" dt="2026-02-18T03:06:05.579" v="201" actId="478"/>
          <ac:spMkLst>
            <pc:docMk/>
            <pc:sldMk cId="1066741485" sldId="279"/>
            <ac:spMk id="4" creationId="{EF9AEAD4-7852-E8A8-81B2-34C7469F73B7}"/>
          </ac:spMkLst>
        </pc:spChg>
        <pc:spChg chg="add del mod">
          <ac:chgData name="Linor Sadè" userId="bc0d0fd32ca69c27" providerId="LiveId" clId="{B95D7766-B897-4EE2-8E3B-06A5BFEC6316}" dt="2026-02-18T02:53:08.722" v="35" actId="22"/>
          <ac:spMkLst>
            <pc:docMk/>
            <pc:sldMk cId="1066741485" sldId="279"/>
            <ac:spMk id="6" creationId="{7B57D68C-84B8-9BA2-219C-56CCEC011D47}"/>
          </ac:spMkLst>
        </pc:spChg>
        <pc:spChg chg="add mod">
          <ac:chgData name="Linor Sadè" userId="bc0d0fd32ca69c27" providerId="LiveId" clId="{B95D7766-B897-4EE2-8E3B-06A5BFEC6316}" dt="2026-02-18T03:10:28.775" v="295" actId="1076"/>
          <ac:spMkLst>
            <pc:docMk/>
            <pc:sldMk cId="1066741485" sldId="279"/>
            <ac:spMk id="7" creationId="{B08B48BB-4431-9D32-F71A-097BB2431844}"/>
          </ac:spMkLst>
        </pc:spChg>
        <pc:spChg chg="mod">
          <ac:chgData name="Linor Sadè" userId="bc0d0fd32ca69c27" providerId="LiveId" clId="{B95D7766-B897-4EE2-8E3B-06A5BFEC6316}" dt="2026-02-18T02:55:27.675" v="52" actId="207"/>
          <ac:spMkLst>
            <pc:docMk/>
            <pc:sldMk cId="1066741485" sldId="279"/>
            <ac:spMk id="8" creationId="{DD0354FB-6652-1AB3-BB22-B8A78B2A8C3F}"/>
          </ac:spMkLst>
        </pc:spChg>
        <pc:spChg chg="add del mod">
          <ac:chgData name="Linor Sadè" userId="bc0d0fd32ca69c27" providerId="LiveId" clId="{B95D7766-B897-4EE2-8E3B-06A5BFEC6316}" dt="2026-02-18T03:10:31.963" v="296" actId="1076"/>
          <ac:spMkLst>
            <pc:docMk/>
            <pc:sldMk cId="1066741485" sldId="279"/>
            <ac:spMk id="9" creationId="{22096D5D-DB21-53E0-3861-32B8BF451F0D}"/>
          </ac:spMkLst>
        </pc:spChg>
        <pc:spChg chg="del mod">
          <ac:chgData name="Linor Sadè" userId="bc0d0fd32ca69c27" providerId="LiveId" clId="{B95D7766-B897-4EE2-8E3B-06A5BFEC6316}" dt="2026-02-18T02:57:13.872" v="70"/>
          <ac:spMkLst>
            <pc:docMk/>
            <pc:sldMk cId="1066741485" sldId="279"/>
            <ac:spMk id="10" creationId="{1F875E3A-E16A-3BED-0AEC-29CEC3D11599}"/>
          </ac:spMkLst>
        </pc:spChg>
        <pc:spChg chg="del mod">
          <ac:chgData name="Linor Sadè" userId="bc0d0fd32ca69c27" providerId="LiveId" clId="{B95D7766-B897-4EE2-8E3B-06A5BFEC6316}" dt="2026-02-18T02:55:40.160" v="53" actId="478"/>
          <ac:spMkLst>
            <pc:docMk/>
            <pc:sldMk cId="1066741485" sldId="279"/>
            <ac:spMk id="11" creationId="{2AB01FFF-2CF6-F93B-2368-ACC5C69D7575}"/>
          </ac:spMkLst>
        </pc:spChg>
        <pc:spChg chg="mod">
          <ac:chgData name="Linor Sadè" userId="bc0d0fd32ca69c27" providerId="LiveId" clId="{B95D7766-B897-4EE2-8E3B-06A5BFEC6316}" dt="2026-02-18T03:09:58.285" v="293" actId="207"/>
          <ac:spMkLst>
            <pc:docMk/>
            <pc:sldMk cId="1066741485" sldId="279"/>
            <ac:spMk id="12" creationId="{F8A5A43C-B32A-6FDA-9DE0-B16BE85E2E4C}"/>
          </ac:spMkLst>
        </pc:spChg>
        <pc:spChg chg="add mod">
          <ac:chgData name="Linor Sadè" userId="bc0d0fd32ca69c27" providerId="LiveId" clId="{B95D7766-B897-4EE2-8E3B-06A5BFEC6316}" dt="2026-02-18T03:09:00.839" v="292" actId="1076"/>
          <ac:spMkLst>
            <pc:docMk/>
            <pc:sldMk cId="1066741485" sldId="279"/>
            <ac:spMk id="21" creationId="{4CCCA347-0A00-6B8B-9E89-704BAF7757C4}"/>
          </ac:spMkLst>
        </pc:spChg>
        <pc:grpChg chg="del">
          <ac:chgData name="Linor Sadè" userId="bc0d0fd32ca69c27" providerId="LiveId" clId="{B95D7766-B897-4EE2-8E3B-06A5BFEC6316}" dt="2026-02-18T03:05:57.844" v="199" actId="478"/>
          <ac:grpSpMkLst>
            <pc:docMk/>
            <pc:sldMk cId="1066741485" sldId="279"/>
            <ac:grpSpMk id="2" creationId="{0159264D-1788-1163-A440-130EA85ECCFB}"/>
          </ac:grpSpMkLst>
        </pc:grpChg>
        <pc:picChg chg="add del mod">
          <ac:chgData name="Linor Sadè" userId="bc0d0fd32ca69c27" providerId="LiveId" clId="{B95D7766-B897-4EE2-8E3B-06A5BFEC6316}" dt="2026-02-18T03:02:17.671" v="101" actId="478"/>
          <ac:picMkLst>
            <pc:docMk/>
            <pc:sldMk cId="1066741485" sldId="279"/>
            <ac:picMk id="13" creationId="{05AD8A54-DBFF-5466-26CD-8F2F09904A7F}"/>
          </ac:picMkLst>
        </pc:picChg>
        <pc:picChg chg="mod">
          <ac:chgData name="Linor Sadè" userId="bc0d0fd32ca69c27" providerId="LiveId" clId="{B95D7766-B897-4EE2-8E3B-06A5BFEC6316}" dt="2026-02-18T03:13:02.316" v="307" actId="1076"/>
          <ac:picMkLst>
            <pc:docMk/>
            <pc:sldMk cId="1066741485" sldId="279"/>
            <ac:picMk id="14" creationId="{4C4BBFD6-8CFA-2491-F85A-138C11E6E5AD}"/>
          </ac:picMkLst>
        </pc:picChg>
        <pc:picChg chg="add del mod">
          <ac:chgData name="Linor Sadè" userId="bc0d0fd32ca69c27" providerId="LiveId" clId="{B95D7766-B897-4EE2-8E3B-06A5BFEC6316}" dt="2026-02-18T03:02:28.237" v="104" actId="931"/>
          <ac:picMkLst>
            <pc:docMk/>
            <pc:sldMk cId="1066741485" sldId="279"/>
            <ac:picMk id="17" creationId="{2212D2AD-09C3-3D5B-0857-F53482CAFD93}"/>
          </ac:picMkLst>
        </pc:picChg>
        <pc:picChg chg="add mod">
          <ac:chgData name="Linor Sadè" userId="bc0d0fd32ca69c27" providerId="LiveId" clId="{B95D7766-B897-4EE2-8E3B-06A5BFEC6316}" dt="2026-02-18T03:10:24.543" v="294" actId="1076"/>
          <ac:picMkLst>
            <pc:docMk/>
            <pc:sldMk cId="1066741485" sldId="279"/>
            <ac:picMk id="19" creationId="{2EC70E5D-850D-B50B-EB21-19350D9B48B4}"/>
          </ac:picMkLst>
        </pc:picChg>
      </pc:sldChg>
      <pc:sldChg chg="add del ord">
        <pc:chgData name="Linor Sadè" userId="bc0d0fd32ca69c27" providerId="LiveId" clId="{B95D7766-B897-4EE2-8E3B-06A5BFEC6316}" dt="2026-02-18T07:32:47.701" v="4211" actId="47"/>
        <pc:sldMkLst>
          <pc:docMk/>
          <pc:sldMk cId="2761266374" sldId="280"/>
        </pc:sldMkLst>
      </pc:sldChg>
      <pc:sldChg chg="add del ord">
        <pc:chgData name="Linor Sadè" userId="bc0d0fd32ca69c27" providerId="LiveId" clId="{B95D7766-B897-4EE2-8E3B-06A5BFEC6316}" dt="2026-02-18T07:32:47.701" v="4211" actId="47"/>
        <pc:sldMkLst>
          <pc:docMk/>
          <pc:sldMk cId="458416266" sldId="281"/>
        </pc:sldMkLst>
      </pc:sldChg>
      <pc:sldChg chg="add del ord">
        <pc:chgData name="Linor Sadè" userId="bc0d0fd32ca69c27" providerId="LiveId" clId="{B95D7766-B897-4EE2-8E3B-06A5BFEC6316}" dt="2026-02-18T03:34:53.011" v="546" actId="47"/>
        <pc:sldMkLst>
          <pc:docMk/>
          <pc:sldMk cId="993408606" sldId="282"/>
        </pc:sldMkLst>
      </pc:sldChg>
      <pc:sldChg chg="addSp delSp modSp add mod">
        <pc:chgData name="Linor Sadè" userId="bc0d0fd32ca69c27" providerId="LiveId" clId="{B95D7766-B897-4EE2-8E3B-06A5BFEC6316}" dt="2026-02-18T17:18:10.007" v="4337" actId="1076"/>
        <pc:sldMkLst>
          <pc:docMk/>
          <pc:sldMk cId="1680048534" sldId="282"/>
        </pc:sldMkLst>
        <pc:spChg chg="mod">
          <ac:chgData name="Linor Sadè" userId="bc0d0fd32ca69c27" providerId="LiveId" clId="{B95D7766-B897-4EE2-8E3B-06A5BFEC6316}" dt="2026-02-18T17:18:10.007" v="4337" actId="1076"/>
          <ac:spMkLst>
            <pc:docMk/>
            <pc:sldMk cId="1680048534" sldId="282"/>
            <ac:spMk id="3" creationId="{F9526A21-C6DB-25D3-B655-10B927A23284}"/>
          </ac:spMkLst>
        </pc:spChg>
        <pc:spChg chg="mod">
          <ac:chgData name="Linor Sadè" userId="bc0d0fd32ca69c27" providerId="LiveId" clId="{B95D7766-B897-4EE2-8E3B-06A5BFEC6316}" dt="2026-02-18T16:31:36.401" v="4324" actId="207"/>
          <ac:spMkLst>
            <pc:docMk/>
            <pc:sldMk cId="1680048534" sldId="282"/>
            <ac:spMk id="9" creationId="{8788E12A-3601-5873-2D75-401E9CAAF728}"/>
          </ac:spMkLst>
        </pc:spChg>
        <pc:spChg chg="mod">
          <ac:chgData name="Linor Sadè" userId="bc0d0fd32ca69c27" providerId="LiveId" clId="{B95D7766-B897-4EE2-8E3B-06A5BFEC6316}" dt="2026-02-18T03:35:48.999" v="556" actId="1076"/>
          <ac:spMkLst>
            <pc:docMk/>
            <pc:sldMk cId="1680048534" sldId="282"/>
            <ac:spMk id="10" creationId="{0A3F8DD6-3C0D-4D36-0D50-2239E0890936}"/>
          </ac:spMkLst>
        </pc:spChg>
        <pc:spChg chg="mod">
          <ac:chgData name="Linor Sadè" userId="bc0d0fd32ca69c27" providerId="LiveId" clId="{B95D7766-B897-4EE2-8E3B-06A5BFEC6316}" dt="2026-02-18T16:31:40.922" v="4325" actId="207"/>
          <ac:spMkLst>
            <pc:docMk/>
            <pc:sldMk cId="1680048534" sldId="282"/>
            <ac:spMk id="10" creationId="{839BC7A9-9A1A-DF76-C76C-67359E9CF825}"/>
          </ac:spMkLst>
        </pc:spChg>
        <pc:spChg chg="mod">
          <ac:chgData name="Linor Sadè" userId="bc0d0fd32ca69c27" providerId="LiveId" clId="{B95D7766-B897-4EE2-8E3B-06A5BFEC6316}" dt="2026-02-18T03:35:43.485" v="555" actId="14100"/>
          <ac:spMkLst>
            <pc:docMk/>
            <pc:sldMk cId="1680048534" sldId="282"/>
            <ac:spMk id="12" creationId="{DBE9826C-8498-1C20-1603-B5044F63DB81}"/>
          </ac:spMkLst>
        </pc:spChg>
        <pc:spChg chg="mod">
          <ac:chgData name="Linor Sadè" userId="bc0d0fd32ca69c27" providerId="LiveId" clId="{B95D7766-B897-4EE2-8E3B-06A5BFEC6316}" dt="2026-02-18T07:31:18.540" v="4198" actId="20577"/>
          <ac:spMkLst>
            <pc:docMk/>
            <pc:sldMk cId="1680048534" sldId="282"/>
            <ac:spMk id="14" creationId="{D8B00520-D945-824F-3784-A6D23E749448}"/>
          </ac:spMkLst>
        </pc:spChg>
        <pc:spChg chg="mod">
          <ac:chgData name="Linor Sadè" userId="bc0d0fd32ca69c27" providerId="LiveId" clId="{B95D7766-B897-4EE2-8E3B-06A5BFEC6316}" dt="2026-02-18T16:31:31.401" v="4323" actId="1076"/>
          <ac:spMkLst>
            <pc:docMk/>
            <pc:sldMk cId="1680048534" sldId="282"/>
            <ac:spMk id="16" creationId="{363F637D-245B-9FFF-922D-F4A75849A576}"/>
          </ac:spMkLst>
        </pc:spChg>
        <pc:spChg chg="mod">
          <ac:chgData name="Linor Sadè" userId="bc0d0fd32ca69c27" providerId="LiveId" clId="{B95D7766-B897-4EE2-8E3B-06A5BFEC6316}" dt="2026-02-18T16:30:19.245" v="4320" actId="120"/>
          <ac:spMkLst>
            <pc:docMk/>
            <pc:sldMk cId="1680048534" sldId="282"/>
            <ac:spMk id="21" creationId="{11ACA64D-8E24-D1AC-A5C7-9E2C2005A0BB}"/>
          </ac:spMkLst>
        </pc:spChg>
        <pc:grpChg chg="mod">
          <ac:chgData name="Linor Sadè" userId="bc0d0fd32ca69c27" providerId="LiveId" clId="{B95D7766-B897-4EE2-8E3B-06A5BFEC6316}" dt="2026-02-18T17:18:01.220" v="4336" actId="1076"/>
          <ac:grpSpMkLst>
            <pc:docMk/>
            <pc:sldMk cId="1680048534" sldId="282"/>
            <ac:grpSpMk id="4" creationId="{9507774E-6A9A-870C-E2DF-05E511E5C130}"/>
          </ac:grpSpMkLst>
        </pc:grpChg>
        <pc:graphicFrameChg chg="del">
          <ac:chgData name="Linor Sadè" userId="bc0d0fd32ca69c27" providerId="LiveId" clId="{B95D7766-B897-4EE2-8E3B-06A5BFEC6316}" dt="2026-02-18T03:36:09.113" v="559" actId="478"/>
          <ac:graphicFrameMkLst>
            <pc:docMk/>
            <pc:sldMk cId="1680048534" sldId="282"/>
            <ac:graphicFrameMk id="9" creationId="{36E3E7E7-A046-E565-6943-CD82E21A371E}"/>
          </ac:graphicFrameMkLst>
        </pc:graphicFrameChg>
        <pc:picChg chg="add mod">
          <ac:chgData name="Linor Sadè" userId="bc0d0fd32ca69c27" providerId="LiveId" clId="{B95D7766-B897-4EE2-8E3B-06A5BFEC6316}" dt="2026-02-18T03:36:13.376" v="560"/>
          <ac:picMkLst>
            <pc:docMk/>
            <pc:sldMk cId="1680048534" sldId="282"/>
            <ac:picMk id="2" creationId="{4DF57C14-6EB7-2F47-FC2A-96B26FE954E6}"/>
          </ac:picMkLst>
        </pc:picChg>
        <pc:picChg chg="add mod">
          <ac:chgData name="Linor Sadè" userId="bc0d0fd32ca69c27" providerId="LiveId" clId="{B95D7766-B897-4EE2-8E3B-06A5BFEC6316}" dt="2026-02-18T03:36:19.557" v="562" actId="1076"/>
          <ac:picMkLst>
            <pc:docMk/>
            <pc:sldMk cId="1680048534" sldId="282"/>
            <ac:picMk id="7" creationId="{E37E2CFF-9AE8-DD19-76C2-FA3A61A4B28E}"/>
          </ac:picMkLst>
        </pc:picChg>
      </pc:sldChg>
      <pc:sldChg chg="addSp delSp modSp add mod setBg">
        <pc:chgData name="Linor Sadè" userId="bc0d0fd32ca69c27" providerId="LiveId" clId="{B95D7766-B897-4EE2-8E3B-06A5BFEC6316}" dt="2026-02-18T07:31:26.846" v="4201" actId="20577"/>
        <pc:sldMkLst>
          <pc:docMk/>
          <pc:sldMk cId="2800712264" sldId="283"/>
        </pc:sldMkLst>
        <pc:spChg chg="add mod">
          <ac:chgData name="Linor Sadè" userId="bc0d0fd32ca69c27" providerId="LiveId" clId="{B95D7766-B897-4EE2-8E3B-06A5BFEC6316}" dt="2026-02-18T06:05:23.426" v="3034" actId="20577"/>
          <ac:spMkLst>
            <pc:docMk/>
            <pc:sldMk cId="2800712264" sldId="283"/>
            <ac:spMk id="2" creationId="{43D10640-8AE0-2DAF-0BA7-AB8CA701E31E}"/>
          </ac:spMkLst>
        </pc:spChg>
        <pc:spChg chg="add mod">
          <ac:chgData name="Linor Sadè" userId="bc0d0fd32ca69c27" providerId="LiveId" clId="{B95D7766-B897-4EE2-8E3B-06A5BFEC6316}" dt="2026-02-18T06:08:26.847" v="3059" actId="1076"/>
          <ac:spMkLst>
            <pc:docMk/>
            <pc:sldMk cId="2800712264" sldId="283"/>
            <ac:spMk id="3" creationId="{FABBACEC-B28B-02BB-A1FB-81A13E460B2B}"/>
          </ac:spMkLst>
        </pc:spChg>
        <pc:spChg chg="del mod">
          <ac:chgData name="Linor Sadè" userId="bc0d0fd32ca69c27" providerId="LiveId" clId="{B95D7766-B897-4EE2-8E3B-06A5BFEC6316}" dt="2026-02-18T03:46:11.899" v="681" actId="478"/>
          <ac:spMkLst>
            <pc:docMk/>
            <pc:sldMk cId="2800712264" sldId="283"/>
            <ac:spMk id="7" creationId="{1EFC1FBD-4E74-4F06-5281-F8E9AE5C0001}"/>
          </ac:spMkLst>
        </pc:spChg>
        <pc:spChg chg="mod">
          <ac:chgData name="Linor Sadè" userId="bc0d0fd32ca69c27" providerId="LiveId" clId="{B95D7766-B897-4EE2-8E3B-06A5BFEC6316}" dt="2026-02-18T06:08:35.952" v="3060" actId="1076"/>
          <ac:spMkLst>
            <pc:docMk/>
            <pc:sldMk cId="2800712264" sldId="283"/>
            <ac:spMk id="8" creationId="{6F5D0A02-D68C-E52D-C4FE-56A7BA67DCD2}"/>
          </ac:spMkLst>
        </pc:spChg>
        <pc:spChg chg="add mod">
          <ac:chgData name="Linor Sadè" userId="bc0d0fd32ca69c27" providerId="LiveId" clId="{B95D7766-B897-4EE2-8E3B-06A5BFEC6316}" dt="2026-02-18T06:21:15.037" v="3439" actId="14100"/>
          <ac:spMkLst>
            <pc:docMk/>
            <pc:sldMk cId="2800712264" sldId="283"/>
            <ac:spMk id="9" creationId="{DD9FF6F5-DC08-4908-5B2C-DF7B1E09D9A0}"/>
          </ac:spMkLst>
        </pc:spChg>
        <pc:spChg chg="del mod">
          <ac:chgData name="Linor Sadè" userId="bc0d0fd32ca69c27" providerId="LiveId" clId="{B95D7766-B897-4EE2-8E3B-06A5BFEC6316}" dt="2026-02-18T03:46:08.653" v="680"/>
          <ac:spMkLst>
            <pc:docMk/>
            <pc:sldMk cId="2800712264" sldId="283"/>
            <ac:spMk id="10" creationId="{5C27EBC7-C8B5-ED85-826C-0C01460E9673}"/>
          </ac:spMkLst>
        </pc:spChg>
        <pc:spChg chg="add mod">
          <ac:chgData name="Linor Sadè" userId="bc0d0fd32ca69c27" providerId="LiveId" clId="{B95D7766-B897-4EE2-8E3B-06A5BFEC6316}" dt="2026-02-18T06:08:26.847" v="3059" actId="1076"/>
          <ac:spMkLst>
            <pc:docMk/>
            <pc:sldMk cId="2800712264" sldId="283"/>
            <ac:spMk id="11" creationId="{2E07E5AD-5251-C1EB-C9E4-4BD3986537C5}"/>
          </ac:spMkLst>
        </pc:spChg>
        <pc:spChg chg="mod">
          <ac:chgData name="Linor Sadè" userId="bc0d0fd32ca69c27" providerId="LiveId" clId="{B95D7766-B897-4EE2-8E3B-06A5BFEC6316}" dt="2026-02-18T07:31:26.846" v="4201" actId="20577"/>
          <ac:spMkLst>
            <pc:docMk/>
            <pc:sldMk cId="2800712264" sldId="283"/>
            <ac:spMk id="12" creationId="{C0FC5697-CAA4-557B-EA14-D4D179DEEF1D}"/>
          </ac:spMkLst>
        </pc:spChg>
        <pc:spChg chg="add mod">
          <ac:chgData name="Linor Sadè" userId="bc0d0fd32ca69c27" providerId="LiveId" clId="{B95D7766-B897-4EE2-8E3B-06A5BFEC6316}" dt="2026-02-18T06:13:14.647" v="3090" actId="1076"/>
          <ac:spMkLst>
            <pc:docMk/>
            <pc:sldMk cId="2800712264" sldId="283"/>
            <ac:spMk id="13" creationId="{B46305E9-3757-C2D7-103C-86F46370BD5F}"/>
          </ac:spMkLst>
        </pc:spChg>
        <pc:spChg chg="add mod">
          <ac:chgData name="Linor Sadè" userId="bc0d0fd32ca69c27" providerId="LiveId" clId="{B95D7766-B897-4EE2-8E3B-06A5BFEC6316}" dt="2026-02-18T06:08:47.314" v="3063" actId="1076"/>
          <ac:spMkLst>
            <pc:docMk/>
            <pc:sldMk cId="2800712264" sldId="283"/>
            <ac:spMk id="14" creationId="{93951BC7-7897-043C-966D-13D94345C70A}"/>
          </ac:spMkLst>
        </pc:spChg>
        <pc:spChg chg="add mod">
          <ac:chgData name="Linor Sadè" userId="bc0d0fd32ca69c27" providerId="LiveId" clId="{B95D7766-B897-4EE2-8E3B-06A5BFEC6316}" dt="2026-02-18T06:21:19.200" v="3440" actId="1076"/>
          <ac:spMkLst>
            <pc:docMk/>
            <pc:sldMk cId="2800712264" sldId="283"/>
            <ac:spMk id="15" creationId="{31EFCFA0-C72E-4A2E-A605-5535C039F769}"/>
          </ac:spMkLst>
        </pc:spChg>
        <pc:spChg chg="add mod">
          <ac:chgData name="Linor Sadè" userId="bc0d0fd32ca69c27" providerId="LiveId" clId="{B95D7766-B897-4EE2-8E3B-06A5BFEC6316}" dt="2026-02-18T06:08:26.847" v="3059" actId="1076"/>
          <ac:spMkLst>
            <pc:docMk/>
            <pc:sldMk cId="2800712264" sldId="283"/>
            <ac:spMk id="16" creationId="{6D2B6186-521C-0091-6E45-0D38DC2FEC71}"/>
          </ac:spMkLst>
        </pc:spChg>
        <pc:spChg chg="add mod">
          <ac:chgData name="Linor Sadè" userId="bc0d0fd32ca69c27" providerId="LiveId" clId="{B95D7766-B897-4EE2-8E3B-06A5BFEC6316}" dt="2026-02-18T06:08:35.952" v="3060" actId="1076"/>
          <ac:spMkLst>
            <pc:docMk/>
            <pc:sldMk cId="2800712264" sldId="283"/>
            <ac:spMk id="17" creationId="{40843A5F-F5E3-47D6-9411-B31B5F93B768}"/>
          </ac:spMkLst>
        </pc:spChg>
        <pc:spChg chg="add mod">
          <ac:chgData name="Linor Sadè" userId="bc0d0fd32ca69c27" providerId="LiveId" clId="{B95D7766-B897-4EE2-8E3B-06A5BFEC6316}" dt="2026-02-18T06:08:35.952" v="3060" actId="1076"/>
          <ac:spMkLst>
            <pc:docMk/>
            <pc:sldMk cId="2800712264" sldId="283"/>
            <ac:spMk id="18" creationId="{6CC84ACF-091B-C49F-ED66-017A68931CF7}"/>
          </ac:spMkLst>
        </pc:spChg>
        <pc:spChg chg="add mod">
          <ac:chgData name="Linor Sadè" userId="bc0d0fd32ca69c27" providerId="LiveId" clId="{B95D7766-B897-4EE2-8E3B-06A5BFEC6316}" dt="2026-02-18T06:08:38.328" v="3061" actId="1076"/>
          <ac:spMkLst>
            <pc:docMk/>
            <pc:sldMk cId="2800712264" sldId="283"/>
            <ac:spMk id="19" creationId="{3BB3EBB3-C3B1-B78E-9FE5-CC428744CB10}"/>
          </ac:spMkLst>
        </pc:spChg>
        <pc:spChg chg="add mod">
          <ac:chgData name="Linor Sadè" userId="bc0d0fd32ca69c27" providerId="LiveId" clId="{B95D7766-B897-4EE2-8E3B-06A5BFEC6316}" dt="2026-02-18T06:08:42.219" v="3062" actId="1076"/>
          <ac:spMkLst>
            <pc:docMk/>
            <pc:sldMk cId="2800712264" sldId="283"/>
            <ac:spMk id="20" creationId="{F9D7C2EE-9DEE-5C21-926E-2838C9B184F4}"/>
          </ac:spMkLst>
        </pc:spChg>
        <pc:spChg chg="add mod">
          <ac:chgData name="Linor Sadè" userId="bc0d0fd32ca69c27" providerId="LiveId" clId="{B95D7766-B897-4EE2-8E3B-06A5BFEC6316}" dt="2026-02-18T06:08:35.952" v="3060" actId="1076"/>
          <ac:spMkLst>
            <pc:docMk/>
            <pc:sldMk cId="2800712264" sldId="283"/>
            <ac:spMk id="21" creationId="{0C8ECA93-478A-EB21-890C-6AE6B4A244D0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22" creationId="{B808CC69-9763-137A-102C-45A844844913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23" creationId="{BF260BA9-FDFA-C319-E3C0-EDC3CDB3F398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24" creationId="{52D2706D-EF53-A23F-DC6A-FC42FD4C70CF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25" creationId="{C407C1E0-697E-D717-4C90-EAF56A3007F4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26" creationId="{4990B81B-046F-BC8E-EBBF-79BDD451D042}"/>
          </ac:spMkLst>
        </pc:spChg>
        <pc:spChg chg="add del mod">
          <ac:chgData name="Linor Sadè" userId="bc0d0fd32ca69c27" providerId="LiveId" clId="{B95D7766-B897-4EE2-8E3B-06A5BFEC6316}" dt="2026-02-18T04:02:51.627" v="778"/>
          <ac:spMkLst>
            <pc:docMk/>
            <pc:sldMk cId="2800712264" sldId="283"/>
            <ac:spMk id="27" creationId="{777133A1-D429-C2A8-65A6-AE445C46E6B0}"/>
          </ac:spMkLst>
        </pc:spChg>
        <pc:spChg chg="add mod">
          <ac:chgData name="Linor Sadè" userId="bc0d0fd32ca69c27" providerId="LiveId" clId="{B95D7766-B897-4EE2-8E3B-06A5BFEC6316}" dt="2026-02-18T06:08:26.847" v="3059" actId="1076"/>
          <ac:spMkLst>
            <pc:docMk/>
            <pc:sldMk cId="2800712264" sldId="283"/>
            <ac:spMk id="28" creationId="{421B7F35-7362-E3FE-3203-1EF5F26B8251}"/>
          </ac:spMkLst>
        </pc:spChg>
        <pc:spChg chg="add mod">
          <ac:chgData name="Linor Sadè" userId="bc0d0fd32ca69c27" providerId="LiveId" clId="{B95D7766-B897-4EE2-8E3B-06A5BFEC6316}" dt="2026-02-18T06:08:26.847" v="3059" actId="1076"/>
          <ac:spMkLst>
            <pc:docMk/>
            <pc:sldMk cId="2800712264" sldId="283"/>
            <ac:spMk id="29" creationId="{D7C9A007-BDB9-2C15-7C85-6588525CD2C2}"/>
          </ac:spMkLst>
        </pc:spChg>
        <pc:spChg chg="add mod">
          <ac:chgData name="Linor Sadè" userId="bc0d0fd32ca69c27" providerId="LiveId" clId="{B95D7766-B897-4EE2-8E3B-06A5BFEC6316}" dt="2026-02-18T06:08:26.847" v="3059" actId="1076"/>
          <ac:spMkLst>
            <pc:docMk/>
            <pc:sldMk cId="2800712264" sldId="283"/>
            <ac:spMk id="30" creationId="{6F4D7E75-6E69-3235-8554-2E58E40D2877}"/>
          </ac:spMkLst>
        </pc:spChg>
        <pc:spChg chg="add mod">
          <ac:chgData name="Linor Sadè" userId="bc0d0fd32ca69c27" providerId="LiveId" clId="{B95D7766-B897-4EE2-8E3B-06A5BFEC6316}" dt="2026-02-18T04:10:17.667" v="995"/>
          <ac:spMkLst>
            <pc:docMk/>
            <pc:sldMk cId="2800712264" sldId="283"/>
            <ac:spMk id="31" creationId="{3646AC2A-4F3F-D8D2-B3F2-D20A0B6AF31F}"/>
          </ac:spMkLst>
        </pc:spChg>
        <pc:spChg chg="add mod">
          <ac:chgData name="Linor Sadè" userId="bc0d0fd32ca69c27" providerId="LiveId" clId="{B95D7766-B897-4EE2-8E3B-06A5BFEC6316}" dt="2026-02-18T06:08:26.847" v="3059" actId="1076"/>
          <ac:spMkLst>
            <pc:docMk/>
            <pc:sldMk cId="2800712264" sldId="283"/>
            <ac:spMk id="32" creationId="{FFF05550-613F-88A4-4502-65DE543E9E8B}"/>
          </ac:spMkLst>
        </pc:spChg>
        <pc:spChg chg="add mod">
          <ac:chgData name="Linor Sadè" userId="bc0d0fd32ca69c27" providerId="LiveId" clId="{B95D7766-B897-4EE2-8E3B-06A5BFEC6316}" dt="2026-02-18T06:08:35.952" v="3060" actId="1076"/>
          <ac:spMkLst>
            <pc:docMk/>
            <pc:sldMk cId="2800712264" sldId="283"/>
            <ac:spMk id="33" creationId="{AA4CA33E-829D-67D5-1D2E-CEBECC73C101}"/>
          </ac:spMkLst>
        </pc:spChg>
        <pc:spChg chg="add mod">
          <ac:chgData name="Linor Sadè" userId="bc0d0fd32ca69c27" providerId="LiveId" clId="{B95D7766-B897-4EE2-8E3B-06A5BFEC6316}" dt="2026-02-18T06:08:35.952" v="3060" actId="1076"/>
          <ac:spMkLst>
            <pc:docMk/>
            <pc:sldMk cId="2800712264" sldId="283"/>
            <ac:spMk id="34" creationId="{6C691228-DF69-8F2E-9679-529F865824CB}"/>
          </ac:spMkLst>
        </pc:spChg>
        <pc:spChg chg="add mod">
          <ac:chgData name="Linor Sadè" userId="bc0d0fd32ca69c27" providerId="LiveId" clId="{B95D7766-B897-4EE2-8E3B-06A5BFEC6316}" dt="2026-02-18T04:51:59.571" v="1292"/>
          <ac:spMkLst>
            <pc:docMk/>
            <pc:sldMk cId="2800712264" sldId="283"/>
            <ac:spMk id="35" creationId="{32D66E1C-DE4D-E788-1D8F-302724B8D865}"/>
          </ac:spMkLst>
        </pc:spChg>
        <pc:spChg chg="add mod">
          <ac:chgData name="Linor Sadè" userId="bc0d0fd32ca69c27" providerId="LiveId" clId="{B95D7766-B897-4EE2-8E3B-06A5BFEC6316}" dt="2026-02-18T06:08:35.952" v="3060" actId="1076"/>
          <ac:spMkLst>
            <pc:docMk/>
            <pc:sldMk cId="2800712264" sldId="283"/>
            <ac:spMk id="36" creationId="{6FDF3FD8-93F0-5439-C72F-11E0123F1978}"/>
          </ac:spMkLst>
        </pc:spChg>
        <pc:spChg chg="add mod">
          <ac:chgData name="Linor Sadè" userId="bc0d0fd32ca69c27" providerId="LiveId" clId="{B95D7766-B897-4EE2-8E3B-06A5BFEC6316}" dt="2026-02-18T06:19:13.992" v="3404" actId="1076"/>
          <ac:spMkLst>
            <pc:docMk/>
            <pc:sldMk cId="2800712264" sldId="283"/>
            <ac:spMk id="37" creationId="{CA4DBF35-C7DE-97A6-5E0C-82E8062DA6A4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38" creationId="{919D1526-2CFA-8EB0-8F60-E4002DA4CB4F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39" creationId="{F6BEBE40-E09C-1417-983C-C2E459D35460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40" creationId="{B0FA5C5F-B6BA-BD08-1100-D72600DE7B21}"/>
          </ac:spMkLst>
        </pc:spChg>
        <pc:spChg chg="add del mod">
          <ac:chgData name="Linor Sadè" userId="bc0d0fd32ca69c27" providerId="LiveId" clId="{B95D7766-B897-4EE2-8E3B-06A5BFEC6316}" dt="2026-02-18T06:15:46.989" v="3123" actId="21"/>
          <ac:spMkLst>
            <pc:docMk/>
            <pc:sldMk cId="2800712264" sldId="283"/>
            <ac:spMk id="41" creationId="{6F632601-6FC8-F338-BC3B-BDD1F07BB188}"/>
          </ac:spMkLst>
        </pc:spChg>
        <pc:spChg chg="add del mod">
          <ac:chgData name="Linor Sadè" userId="bc0d0fd32ca69c27" providerId="LiveId" clId="{B95D7766-B897-4EE2-8E3B-06A5BFEC6316}" dt="2026-02-18T06:07:05.051" v="3052" actId="478"/>
          <ac:spMkLst>
            <pc:docMk/>
            <pc:sldMk cId="2800712264" sldId="283"/>
            <ac:spMk id="42" creationId="{7AE6EADC-A198-3634-3830-0A163B332C5F}"/>
          </ac:spMkLst>
        </pc:spChg>
        <pc:spChg chg="add del mod">
          <ac:chgData name="Linor Sadè" userId="bc0d0fd32ca69c27" providerId="LiveId" clId="{B95D7766-B897-4EE2-8E3B-06A5BFEC6316}" dt="2026-02-18T06:07:05.051" v="3052" actId="478"/>
          <ac:spMkLst>
            <pc:docMk/>
            <pc:sldMk cId="2800712264" sldId="283"/>
            <ac:spMk id="43" creationId="{0FDE7759-D2ED-6012-03DF-93F50741EB4F}"/>
          </ac:spMkLst>
        </pc:spChg>
        <pc:spChg chg="add del mod">
          <ac:chgData name="Linor Sadè" userId="bc0d0fd32ca69c27" providerId="LiveId" clId="{B95D7766-B897-4EE2-8E3B-06A5BFEC6316}" dt="2026-02-18T06:07:05.051" v="3052" actId="478"/>
          <ac:spMkLst>
            <pc:docMk/>
            <pc:sldMk cId="2800712264" sldId="283"/>
            <ac:spMk id="44" creationId="{2EA968EA-ADA5-492C-35F4-6577756BC744}"/>
          </ac:spMkLst>
        </pc:spChg>
        <pc:spChg chg="add del mod">
          <ac:chgData name="Linor Sadè" userId="bc0d0fd32ca69c27" providerId="LiveId" clId="{B95D7766-B897-4EE2-8E3B-06A5BFEC6316}" dt="2026-02-18T06:07:05.051" v="3052" actId="478"/>
          <ac:spMkLst>
            <pc:docMk/>
            <pc:sldMk cId="2800712264" sldId="283"/>
            <ac:spMk id="45" creationId="{7D94C988-247A-361F-4EBF-DF44ADC85B43}"/>
          </ac:spMkLst>
        </pc:spChg>
        <pc:spChg chg="add del mod">
          <ac:chgData name="Linor Sadè" userId="bc0d0fd32ca69c27" providerId="LiveId" clId="{B95D7766-B897-4EE2-8E3B-06A5BFEC6316}" dt="2026-02-18T06:07:05.051" v="3052" actId="478"/>
          <ac:spMkLst>
            <pc:docMk/>
            <pc:sldMk cId="2800712264" sldId="283"/>
            <ac:spMk id="46" creationId="{B2C4A5D5-41D3-E8A7-CD2A-C41DB1784CB5}"/>
          </ac:spMkLst>
        </pc:spChg>
        <pc:spChg chg="add del mod">
          <ac:chgData name="Linor Sadè" userId="bc0d0fd32ca69c27" providerId="LiveId" clId="{B95D7766-B897-4EE2-8E3B-06A5BFEC6316}" dt="2026-02-18T06:07:05.051" v="3052" actId="478"/>
          <ac:spMkLst>
            <pc:docMk/>
            <pc:sldMk cId="2800712264" sldId="283"/>
            <ac:spMk id="47" creationId="{4711FFDD-2677-C987-B4F3-528747E41770}"/>
          </ac:spMkLst>
        </pc:spChg>
        <pc:spChg chg="add del mod">
          <ac:chgData name="Linor Sadè" userId="bc0d0fd32ca69c27" providerId="LiveId" clId="{B95D7766-B897-4EE2-8E3B-06A5BFEC6316}" dt="2026-02-18T06:07:05.051" v="3052" actId="478"/>
          <ac:spMkLst>
            <pc:docMk/>
            <pc:sldMk cId="2800712264" sldId="283"/>
            <ac:spMk id="48" creationId="{7667CFCA-FE3E-8969-85E7-BF0A1C3B887B}"/>
          </ac:spMkLst>
        </pc:spChg>
        <pc:spChg chg="add del mod">
          <ac:chgData name="Linor Sadè" userId="bc0d0fd32ca69c27" providerId="LiveId" clId="{B95D7766-B897-4EE2-8E3B-06A5BFEC6316}" dt="2026-02-18T06:07:12.460" v="3053" actId="478"/>
          <ac:spMkLst>
            <pc:docMk/>
            <pc:sldMk cId="2800712264" sldId="283"/>
            <ac:spMk id="49" creationId="{739A36C7-CFBB-DA57-4AEE-E10E2C609968}"/>
          </ac:spMkLst>
        </pc:spChg>
        <pc:spChg chg="add del mod">
          <ac:chgData name="Linor Sadè" userId="bc0d0fd32ca69c27" providerId="LiveId" clId="{B95D7766-B897-4EE2-8E3B-06A5BFEC6316}" dt="2026-02-18T06:07:12.460" v="3053" actId="478"/>
          <ac:spMkLst>
            <pc:docMk/>
            <pc:sldMk cId="2800712264" sldId="283"/>
            <ac:spMk id="50" creationId="{0AA0E9BC-D359-5A6F-6900-0292CBF2C9B0}"/>
          </ac:spMkLst>
        </pc:spChg>
        <pc:spChg chg="add mod">
          <ac:chgData name="Linor Sadè" userId="bc0d0fd32ca69c27" providerId="LiveId" clId="{B95D7766-B897-4EE2-8E3B-06A5BFEC6316}" dt="2026-02-18T06:22:49.987" v="3476" actId="1076"/>
          <ac:spMkLst>
            <pc:docMk/>
            <pc:sldMk cId="2800712264" sldId="283"/>
            <ac:spMk id="51" creationId="{0DDC3156-E32F-D578-0089-D3231586C212}"/>
          </ac:spMkLst>
        </pc:spChg>
        <pc:spChg chg="add mod">
          <ac:chgData name="Linor Sadè" userId="bc0d0fd32ca69c27" providerId="LiveId" clId="{B95D7766-B897-4EE2-8E3B-06A5BFEC6316}" dt="2026-02-18T06:21:29.260" v="3442" actId="14100"/>
          <ac:spMkLst>
            <pc:docMk/>
            <pc:sldMk cId="2800712264" sldId="283"/>
            <ac:spMk id="52" creationId="{85A69DA3-18DF-B4F0-AE9F-88E618DACB84}"/>
          </ac:spMkLst>
        </pc:spChg>
        <pc:spChg chg="add mod">
          <ac:chgData name="Linor Sadè" userId="bc0d0fd32ca69c27" providerId="LiveId" clId="{B95D7766-B897-4EE2-8E3B-06A5BFEC6316}" dt="2026-02-18T06:16:15.009" v="3127" actId="1076"/>
          <ac:spMkLst>
            <pc:docMk/>
            <pc:sldMk cId="2800712264" sldId="283"/>
            <ac:spMk id="53" creationId="{9E95D334-74AC-2C68-8D7E-B1805D7141EB}"/>
          </ac:spMkLst>
        </pc:spChg>
        <pc:spChg chg="add mod">
          <ac:chgData name="Linor Sadè" userId="bc0d0fd32ca69c27" providerId="LiveId" clId="{B95D7766-B897-4EE2-8E3B-06A5BFEC6316}" dt="2026-02-18T06:29:37.027" v="3508" actId="1076"/>
          <ac:spMkLst>
            <pc:docMk/>
            <pc:sldMk cId="2800712264" sldId="283"/>
            <ac:spMk id="54" creationId="{5D0BF1D0-2A89-521A-BB9C-542199047A50}"/>
          </ac:spMkLst>
        </pc:spChg>
        <pc:spChg chg="add mod">
          <ac:chgData name="Linor Sadè" userId="bc0d0fd32ca69c27" providerId="LiveId" clId="{B95D7766-B897-4EE2-8E3B-06A5BFEC6316}" dt="2026-02-18T06:22:33.746" v="3475" actId="20577"/>
          <ac:spMkLst>
            <pc:docMk/>
            <pc:sldMk cId="2800712264" sldId="283"/>
            <ac:spMk id="55" creationId="{C6F9831A-2F9A-3D95-4B11-A0FB82FE1F06}"/>
          </ac:spMkLst>
        </pc:spChg>
        <pc:spChg chg="add mod">
          <ac:chgData name="Linor Sadè" userId="bc0d0fd32ca69c27" providerId="LiveId" clId="{B95D7766-B897-4EE2-8E3B-06A5BFEC6316}" dt="2026-02-18T06:29:40.157" v="3509" actId="1076"/>
          <ac:spMkLst>
            <pc:docMk/>
            <pc:sldMk cId="2800712264" sldId="283"/>
            <ac:spMk id="56" creationId="{45442B74-BA79-2643-6D7F-DF6C178059F8}"/>
          </ac:spMkLst>
        </pc:spChg>
        <pc:spChg chg="add mod">
          <ac:chgData name="Linor Sadè" userId="bc0d0fd32ca69c27" providerId="LiveId" clId="{B95D7766-B897-4EE2-8E3B-06A5BFEC6316}" dt="2026-02-18T06:21:35.930" v="3444" actId="1076"/>
          <ac:spMkLst>
            <pc:docMk/>
            <pc:sldMk cId="2800712264" sldId="283"/>
            <ac:spMk id="57" creationId="{66BAEAB6-2FBD-C9AE-28FC-F484FF972B65}"/>
          </ac:spMkLst>
        </pc:spChg>
        <pc:spChg chg="add mod">
          <ac:chgData name="Linor Sadè" userId="bc0d0fd32ca69c27" providerId="LiveId" clId="{B95D7766-B897-4EE2-8E3B-06A5BFEC6316}" dt="2026-02-18T06:21:42.779" v="3449" actId="20577"/>
          <ac:spMkLst>
            <pc:docMk/>
            <pc:sldMk cId="2800712264" sldId="283"/>
            <ac:spMk id="58" creationId="{A7778E93-9147-77F2-4292-3E60AA799C5F}"/>
          </ac:spMkLst>
        </pc:spChg>
        <pc:spChg chg="add mod">
          <ac:chgData name="Linor Sadè" userId="bc0d0fd32ca69c27" providerId="LiveId" clId="{B95D7766-B897-4EE2-8E3B-06A5BFEC6316}" dt="2026-02-18T06:21:40.595" v="3447" actId="20577"/>
          <ac:spMkLst>
            <pc:docMk/>
            <pc:sldMk cId="2800712264" sldId="283"/>
            <ac:spMk id="59" creationId="{60D6C0FC-612A-8C3D-CF69-AA74DB01FF87}"/>
          </ac:spMkLst>
        </pc:spChg>
        <pc:grpChg chg="del">
          <ac:chgData name="Linor Sadè" userId="bc0d0fd32ca69c27" providerId="LiveId" clId="{B95D7766-B897-4EE2-8E3B-06A5BFEC6316}" dt="2026-02-18T03:37:24.125" v="568" actId="478"/>
          <ac:grpSpMkLst>
            <pc:docMk/>
            <pc:sldMk cId="2800712264" sldId="283"/>
            <ac:grpSpMk id="4" creationId="{E5098AF5-681B-ED35-018A-0F752B1A7E0D}"/>
          </ac:grpSpMkLst>
        </pc:grpChg>
      </pc:sldChg>
      <pc:sldChg chg="addSp delSp modSp add mod modTransition setBg addAnim delAnim modAnim">
        <pc:chgData name="Linor Sadè" userId="bc0d0fd32ca69c27" providerId="LiveId" clId="{B95D7766-B897-4EE2-8E3B-06A5BFEC6316}" dt="2026-02-18T17:53:31.382" v="4339" actId="1076"/>
        <pc:sldMkLst>
          <pc:docMk/>
          <pc:sldMk cId="2758833160" sldId="284"/>
        </pc:sldMkLst>
        <pc:spChg chg="del mod">
          <ac:chgData name="Linor Sadè" userId="bc0d0fd32ca69c27" providerId="LiveId" clId="{B95D7766-B897-4EE2-8E3B-06A5BFEC6316}" dt="2026-02-18T07:30:05.656" v="4179" actId="478"/>
          <ac:spMkLst>
            <pc:docMk/>
            <pc:sldMk cId="2758833160" sldId="284"/>
            <ac:spMk id="2" creationId="{A6FE3541-0468-CD12-6580-BB1D8AA6D861}"/>
          </ac:spMkLst>
        </pc:spChg>
        <pc:spChg chg="mod">
          <ac:chgData name="Linor Sadè" userId="bc0d0fd32ca69c27" providerId="LiveId" clId="{B95D7766-B897-4EE2-8E3B-06A5BFEC6316}" dt="2026-02-18T05:56:57.890" v="2982" actId="208"/>
          <ac:spMkLst>
            <pc:docMk/>
            <pc:sldMk cId="2758833160" sldId="284"/>
            <ac:spMk id="3" creationId="{CF51D753-D0A4-9CA2-EE73-A70C8B5590CA}"/>
          </ac:spMkLst>
        </pc:spChg>
        <pc:spChg chg="del">
          <ac:chgData name="Linor Sadè" userId="bc0d0fd32ca69c27" providerId="LiveId" clId="{B95D7766-B897-4EE2-8E3B-06A5BFEC6316}" dt="2026-02-18T05:02:18.298" v="1564" actId="478"/>
          <ac:spMkLst>
            <pc:docMk/>
            <pc:sldMk cId="2758833160" sldId="284"/>
            <ac:spMk id="8" creationId="{617C8499-E354-186A-A17E-037D43E8A1BB}"/>
          </ac:spMkLst>
        </pc:spChg>
        <pc:spChg chg="mod ord">
          <ac:chgData name="Linor Sadè" userId="bc0d0fd32ca69c27" providerId="LiveId" clId="{B95D7766-B897-4EE2-8E3B-06A5BFEC6316}" dt="2026-02-18T06:27:57.038" v="3506" actId="167"/>
          <ac:spMkLst>
            <pc:docMk/>
            <pc:sldMk cId="2758833160" sldId="284"/>
            <ac:spMk id="9" creationId="{54637AE6-331B-2535-29D9-3815E522C9FA}"/>
          </ac:spMkLst>
        </pc:spChg>
        <pc:spChg chg="add mod">
          <ac:chgData name="Linor Sadè" userId="bc0d0fd32ca69c27" providerId="LiveId" clId="{B95D7766-B897-4EE2-8E3B-06A5BFEC6316}" dt="2026-02-18T07:35:50.796" v="4215" actId="20577"/>
          <ac:spMkLst>
            <pc:docMk/>
            <pc:sldMk cId="2758833160" sldId="284"/>
            <ac:spMk id="10" creationId="{1BFF1FA7-0304-FE73-B66A-BE3D31590C43}"/>
          </ac:spMkLst>
        </pc:spChg>
        <pc:spChg chg="mod">
          <ac:chgData name="Linor Sadè" userId="bc0d0fd32ca69c27" providerId="LiveId" clId="{B95D7766-B897-4EE2-8E3B-06A5BFEC6316}" dt="2026-02-18T07:35:48.224" v="4213" actId="20577"/>
          <ac:spMkLst>
            <pc:docMk/>
            <pc:sldMk cId="2758833160" sldId="284"/>
            <ac:spMk id="11" creationId="{D9E06CC7-172A-CD4C-A0E1-7E7F85730699}"/>
          </ac:spMkLst>
        </pc:spChg>
        <pc:spChg chg="mod">
          <ac:chgData name="Linor Sadè" userId="bc0d0fd32ca69c27" providerId="LiveId" clId="{B95D7766-B897-4EE2-8E3B-06A5BFEC6316}" dt="2026-02-18T07:32:02.393" v="4207" actId="20577"/>
          <ac:spMkLst>
            <pc:docMk/>
            <pc:sldMk cId="2758833160" sldId="284"/>
            <ac:spMk id="12" creationId="{3E7C1388-E47D-2042-4E0A-8F51B05AE8E4}"/>
          </ac:spMkLst>
        </pc:spChg>
        <pc:spChg chg="add del mod">
          <ac:chgData name="Linor Sadè" userId="bc0d0fd32ca69c27" providerId="LiveId" clId="{B95D7766-B897-4EE2-8E3B-06A5BFEC6316}" dt="2026-02-18T05:23:54.316" v="2146" actId="47"/>
          <ac:spMkLst>
            <pc:docMk/>
            <pc:sldMk cId="2758833160" sldId="284"/>
            <ac:spMk id="13" creationId="{AA0FB0F5-6961-E05A-7EBC-83331FAADE32}"/>
          </ac:spMkLst>
        </pc:spChg>
        <pc:spChg chg="del mod">
          <ac:chgData name="Linor Sadè" userId="bc0d0fd32ca69c27" providerId="LiveId" clId="{B95D7766-B897-4EE2-8E3B-06A5BFEC6316}" dt="2026-02-18T05:24:01.163" v="2150" actId="478"/>
          <ac:spMkLst>
            <pc:docMk/>
            <pc:sldMk cId="2758833160" sldId="284"/>
            <ac:spMk id="14" creationId="{9CFB34DF-1AFC-38D6-DA28-7A5D3A0AC946}"/>
          </ac:spMkLst>
        </pc:spChg>
        <pc:spChg chg="add del mod">
          <ac:chgData name="Linor Sadè" userId="bc0d0fd32ca69c27" providerId="LiveId" clId="{B95D7766-B897-4EE2-8E3B-06A5BFEC6316}" dt="2026-02-18T05:24:29.343" v="2156" actId="1076"/>
          <ac:spMkLst>
            <pc:docMk/>
            <pc:sldMk cId="2758833160" sldId="284"/>
            <ac:spMk id="15" creationId="{0EC41907-E904-1EF2-E6F1-6FE8BC2BA337}"/>
          </ac:spMkLst>
        </pc:spChg>
        <pc:spChg chg="add del mod">
          <ac:chgData name="Linor Sadè" userId="bc0d0fd32ca69c27" providerId="LiveId" clId="{B95D7766-B897-4EE2-8E3B-06A5BFEC6316}" dt="2026-02-18T05:23:34.443" v="2130" actId="478"/>
          <ac:spMkLst>
            <pc:docMk/>
            <pc:sldMk cId="2758833160" sldId="284"/>
            <ac:spMk id="16" creationId="{1C896F6C-D1ED-B792-5CDA-18B90D5332D9}"/>
          </ac:spMkLst>
        </pc:spChg>
        <pc:spChg chg="del">
          <ac:chgData name="Linor Sadè" userId="bc0d0fd32ca69c27" providerId="LiveId" clId="{B95D7766-B897-4EE2-8E3B-06A5BFEC6316}" dt="2026-02-18T05:02:22.889" v="1565" actId="478"/>
          <ac:spMkLst>
            <pc:docMk/>
            <pc:sldMk cId="2758833160" sldId="284"/>
            <ac:spMk id="17" creationId="{F5224549-DEFD-4738-E029-18C9E76FFF9B}"/>
          </ac:spMkLst>
        </pc:spChg>
        <pc:spChg chg="del">
          <ac:chgData name="Linor Sadè" userId="bc0d0fd32ca69c27" providerId="LiveId" clId="{B95D7766-B897-4EE2-8E3B-06A5BFEC6316}" dt="2026-02-18T05:02:22.889" v="1565" actId="478"/>
          <ac:spMkLst>
            <pc:docMk/>
            <pc:sldMk cId="2758833160" sldId="284"/>
            <ac:spMk id="18" creationId="{DEFC2649-E68A-A70D-E259-EFDC91C4EBBF}"/>
          </ac:spMkLst>
        </pc:spChg>
        <pc:spChg chg="del mod">
          <ac:chgData name="Linor Sadè" userId="bc0d0fd32ca69c27" providerId="LiveId" clId="{B95D7766-B897-4EE2-8E3B-06A5BFEC6316}" dt="2026-02-18T05:02:26.537" v="1567" actId="478"/>
          <ac:spMkLst>
            <pc:docMk/>
            <pc:sldMk cId="2758833160" sldId="284"/>
            <ac:spMk id="19" creationId="{60882E86-5A7E-3F10-9715-32FBFF04F8AD}"/>
          </ac:spMkLst>
        </pc:spChg>
        <pc:spChg chg="del">
          <ac:chgData name="Linor Sadè" userId="bc0d0fd32ca69c27" providerId="LiveId" clId="{B95D7766-B897-4EE2-8E3B-06A5BFEC6316}" dt="2026-02-18T05:02:29.072" v="1568" actId="478"/>
          <ac:spMkLst>
            <pc:docMk/>
            <pc:sldMk cId="2758833160" sldId="284"/>
            <ac:spMk id="20" creationId="{7AC0DA6D-ABF6-452E-3BB0-38E9AA185FA3}"/>
          </ac:spMkLst>
        </pc:spChg>
        <pc:spChg chg="del">
          <ac:chgData name="Linor Sadè" userId="bc0d0fd32ca69c27" providerId="LiveId" clId="{B95D7766-B897-4EE2-8E3B-06A5BFEC6316}" dt="2026-02-18T05:02:22.889" v="1565" actId="478"/>
          <ac:spMkLst>
            <pc:docMk/>
            <pc:sldMk cId="2758833160" sldId="284"/>
            <ac:spMk id="21" creationId="{B5CD6F4B-723A-9426-F463-6BF22BBFC52B}"/>
          </ac:spMkLst>
        </pc:spChg>
        <pc:spChg chg="del">
          <ac:chgData name="Linor Sadè" userId="bc0d0fd32ca69c27" providerId="LiveId" clId="{B95D7766-B897-4EE2-8E3B-06A5BFEC6316}" dt="2026-02-18T05:02:18.298" v="1564" actId="478"/>
          <ac:spMkLst>
            <pc:docMk/>
            <pc:sldMk cId="2758833160" sldId="284"/>
            <ac:spMk id="22" creationId="{3159AED5-1663-E793-CE3A-CBB0772466A0}"/>
          </ac:spMkLst>
        </pc:spChg>
        <pc:spChg chg="del">
          <ac:chgData name="Linor Sadè" userId="bc0d0fd32ca69c27" providerId="LiveId" clId="{B95D7766-B897-4EE2-8E3B-06A5BFEC6316}" dt="2026-02-18T05:02:18.298" v="1564" actId="478"/>
          <ac:spMkLst>
            <pc:docMk/>
            <pc:sldMk cId="2758833160" sldId="284"/>
            <ac:spMk id="23" creationId="{A9F06034-517C-9AF8-0BD3-E42E42E120CD}"/>
          </ac:spMkLst>
        </pc:spChg>
        <pc:spChg chg="del">
          <ac:chgData name="Linor Sadè" userId="bc0d0fd32ca69c27" providerId="LiveId" clId="{B95D7766-B897-4EE2-8E3B-06A5BFEC6316}" dt="2026-02-18T05:02:18.298" v="1564" actId="478"/>
          <ac:spMkLst>
            <pc:docMk/>
            <pc:sldMk cId="2758833160" sldId="284"/>
            <ac:spMk id="24" creationId="{94AB35CE-0326-3377-AFA1-0CC587413DED}"/>
          </ac:spMkLst>
        </pc:spChg>
        <pc:spChg chg="del">
          <ac:chgData name="Linor Sadè" userId="bc0d0fd32ca69c27" providerId="LiveId" clId="{B95D7766-B897-4EE2-8E3B-06A5BFEC6316}" dt="2026-02-18T05:02:18.298" v="1564" actId="478"/>
          <ac:spMkLst>
            <pc:docMk/>
            <pc:sldMk cId="2758833160" sldId="284"/>
            <ac:spMk id="25" creationId="{EEBDE0B1-DF8D-7566-2BA9-E27C43A74D69}"/>
          </ac:spMkLst>
        </pc:spChg>
        <pc:spChg chg="del">
          <ac:chgData name="Linor Sadè" userId="bc0d0fd32ca69c27" providerId="LiveId" clId="{B95D7766-B897-4EE2-8E3B-06A5BFEC6316}" dt="2026-02-18T05:02:18.298" v="1564" actId="478"/>
          <ac:spMkLst>
            <pc:docMk/>
            <pc:sldMk cId="2758833160" sldId="284"/>
            <ac:spMk id="26" creationId="{73CA510B-1619-F8F9-44BC-5011756FFBE1}"/>
          </ac:spMkLst>
        </pc:spChg>
        <pc:spChg chg="add mod ord">
          <ac:chgData name="Linor Sadè" userId="bc0d0fd32ca69c27" providerId="LiveId" clId="{B95D7766-B897-4EE2-8E3B-06A5BFEC6316}" dt="2026-02-18T06:27:52.541" v="3505" actId="167"/>
          <ac:spMkLst>
            <pc:docMk/>
            <pc:sldMk cId="2758833160" sldId="284"/>
            <ac:spMk id="27" creationId="{9707AC14-53B0-6473-28F9-D54BCB0370AC}"/>
          </ac:spMkLst>
        </pc:spChg>
        <pc:spChg chg="mod">
          <ac:chgData name="Linor Sadè" userId="bc0d0fd32ca69c27" providerId="LiveId" clId="{B95D7766-B897-4EE2-8E3B-06A5BFEC6316}" dt="2026-02-18T05:57:06.335" v="2983" actId="207"/>
          <ac:spMkLst>
            <pc:docMk/>
            <pc:sldMk cId="2758833160" sldId="284"/>
            <ac:spMk id="28" creationId="{3B20718C-9D10-9BF3-D9B3-5E20381B8DEA}"/>
          </ac:spMkLst>
        </pc:spChg>
        <pc:spChg chg="mod">
          <ac:chgData name="Linor Sadè" userId="bc0d0fd32ca69c27" providerId="LiveId" clId="{B95D7766-B897-4EE2-8E3B-06A5BFEC6316}" dt="2026-02-18T05:57:06.335" v="2983" actId="207"/>
          <ac:spMkLst>
            <pc:docMk/>
            <pc:sldMk cId="2758833160" sldId="284"/>
            <ac:spMk id="29" creationId="{58F74AE4-E181-FA26-4949-5F361F515994}"/>
          </ac:spMkLst>
        </pc:spChg>
        <pc:spChg chg="mod">
          <ac:chgData name="Linor Sadè" userId="bc0d0fd32ca69c27" providerId="LiveId" clId="{B95D7766-B897-4EE2-8E3B-06A5BFEC6316}" dt="2026-02-18T05:57:25.834" v="2985" actId="207"/>
          <ac:spMkLst>
            <pc:docMk/>
            <pc:sldMk cId="2758833160" sldId="284"/>
            <ac:spMk id="30" creationId="{1F80C136-5B8F-0137-D59A-638142711438}"/>
          </ac:spMkLst>
        </pc:spChg>
        <pc:spChg chg="add mod ord">
          <ac:chgData name="Linor Sadè" userId="bc0d0fd32ca69c27" providerId="LiveId" clId="{B95D7766-B897-4EE2-8E3B-06A5BFEC6316}" dt="2026-02-18T06:28:35.106" v="3507" actId="167"/>
          <ac:spMkLst>
            <pc:docMk/>
            <pc:sldMk cId="2758833160" sldId="284"/>
            <ac:spMk id="31" creationId="{95F4989A-F3A4-E4BA-9127-57B62401ED12}"/>
          </ac:spMkLst>
        </pc:spChg>
        <pc:spChg chg="del mod">
          <ac:chgData name="Linor Sadè" userId="bc0d0fd32ca69c27" providerId="LiveId" clId="{B95D7766-B897-4EE2-8E3B-06A5BFEC6316}" dt="2026-02-18T05:57:53.727" v="2988" actId="21"/>
          <ac:spMkLst>
            <pc:docMk/>
            <pc:sldMk cId="2758833160" sldId="284"/>
            <ac:spMk id="32" creationId="{9707AC14-53B0-6473-28F9-D54BCB0370AC}"/>
          </ac:spMkLst>
        </pc:spChg>
        <pc:spChg chg="del">
          <ac:chgData name="Linor Sadè" userId="bc0d0fd32ca69c27" providerId="LiveId" clId="{B95D7766-B897-4EE2-8E3B-06A5BFEC6316}" dt="2026-02-18T05:02:22.889" v="1565" actId="478"/>
          <ac:spMkLst>
            <pc:docMk/>
            <pc:sldMk cId="2758833160" sldId="284"/>
            <ac:spMk id="33" creationId="{3A6C9D6D-019E-B90D-B67E-8D490DD953CA}"/>
          </ac:spMkLst>
        </pc:spChg>
        <pc:spChg chg="del">
          <ac:chgData name="Linor Sadè" userId="bc0d0fd32ca69c27" providerId="LiveId" clId="{B95D7766-B897-4EE2-8E3B-06A5BFEC6316}" dt="2026-02-18T05:02:18.298" v="1564" actId="478"/>
          <ac:spMkLst>
            <pc:docMk/>
            <pc:sldMk cId="2758833160" sldId="284"/>
            <ac:spMk id="34" creationId="{B5A13B28-C0C6-52B9-FD31-3D570D45EB16}"/>
          </ac:spMkLst>
        </pc:spChg>
        <pc:spChg chg="add del mod">
          <ac:chgData name="Linor Sadè" userId="bc0d0fd32ca69c27" providerId="LiveId" clId="{B95D7766-B897-4EE2-8E3B-06A5BFEC6316}" dt="2026-02-18T05:58:49.426" v="3000" actId="478"/>
          <ac:spMkLst>
            <pc:docMk/>
            <pc:sldMk cId="2758833160" sldId="284"/>
            <ac:spMk id="35" creationId="{050C7262-F23C-60B4-724C-EF06DE52B6E3}"/>
          </ac:spMkLst>
        </pc:spChg>
        <pc:spChg chg="del">
          <ac:chgData name="Linor Sadè" userId="bc0d0fd32ca69c27" providerId="LiveId" clId="{B95D7766-B897-4EE2-8E3B-06A5BFEC6316}" dt="2026-02-18T05:02:22.889" v="1565" actId="478"/>
          <ac:spMkLst>
            <pc:docMk/>
            <pc:sldMk cId="2758833160" sldId="284"/>
            <ac:spMk id="36" creationId="{2FF83C59-1C44-C02C-353F-9048899EC03A}"/>
          </ac:spMkLst>
        </pc:spChg>
        <pc:spChg chg="del">
          <ac:chgData name="Linor Sadè" userId="bc0d0fd32ca69c27" providerId="LiveId" clId="{B95D7766-B897-4EE2-8E3B-06A5BFEC6316}" dt="2026-02-18T05:02:22.889" v="1565" actId="478"/>
          <ac:spMkLst>
            <pc:docMk/>
            <pc:sldMk cId="2758833160" sldId="284"/>
            <ac:spMk id="37" creationId="{A2521F83-68BD-D6C3-184E-46E033CA76DC}"/>
          </ac:spMkLst>
        </pc:spChg>
        <pc:spChg chg="add mod">
          <ac:chgData name="Linor Sadè" userId="bc0d0fd32ca69c27" providerId="LiveId" clId="{B95D7766-B897-4EE2-8E3B-06A5BFEC6316}" dt="2026-02-18T05:59:00.977" v="3006" actId="1076"/>
          <ac:spMkLst>
            <pc:docMk/>
            <pc:sldMk cId="2758833160" sldId="284"/>
            <ac:spMk id="38" creationId="{D1DC9203-7523-85C0-7D38-6D99308B0AB7}"/>
          </ac:spMkLst>
        </pc:spChg>
        <pc:spChg chg="add del mod">
          <ac:chgData name="Linor Sadè" userId="bc0d0fd32ca69c27" providerId="LiveId" clId="{B95D7766-B897-4EE2-8E3B-06A5BFEC6316}" dt="2026-02-18T07:30:02.698" v="4178" actId="478"/>
          <ac:spMkLst>
            <pc:docMk/>
            <pc:sldMk cId="2758833160" sldId="284"/>
            <ac:spMk id="39" creationId="{02BAF54A-8871-A7AA-74FD-D45C0C2517AF}"/>
          </ac:spMkLst>
        </pc:spChg>
        <pc:spChg chg="add mod ord">
          <ac:chgData name="Linor Sadè" userId="bc0d0fd32ca69c27" providerId="LiveId" clId="{B95D7766-B897-4EE2-8E3B-06A5BFEC6316}" dt="2026-02-18T07:49:53.653" v="4225" actId="167"/>
          <ac:spMkLst>
            <pc:docMk/>
            <pc:sldMk cId="2758833160" sldId="284"/>
            <ac:spMk id="40" creationId="{9A440502-3D29-EAA4-0A11-1E621D3EE3B4}"/>
          </ac:spMkLst>
        </pc:spChg>
        <pc:picChg chg="add mod ord">
          <ac:chgData name="Linor Sadè" userId="bc0d0fd32ca69c27" providerId="LiveId" clId="{B95D7766-B897-4EE2-8E3B-06A5BFEC6316}" dt="2026-02-18T05:34:17.886" v="2199" actId="166"/>
          <ac:picMkLst>
            <pc:docMk/>
            <pc:sldMk cId="2758833160" sldId="284"/>
            <ac:picMk id="4" creationId="{83968778-E0F4-7F66-5247-FA2A06E27437}"/>
          </ac:picMkLst>
        </pc:picChg>
        <pc:picChg chg="add del mod">
          <ac:chgData name="Linor Sadè" userId="bc0d0fd32ca69c27" providerId="LiveId" clId="{B95D7766-B897-4EE2-8E3B-06A5BFEC6316}" dt="2026-02-18T05:20:31.698" v="2108" actId="478"/>
          <ac:picMkLst>
            <pc:docMk/>
            <pc:sldMk cId="2758833160" sldId="284"/>
            <ac:picMk id="5" creationId="{1843A24B-F24F-02B9-0561-62677547E233}"/>
          </ac:picMkLst>
        </pc:picChg>
        <pc:picChg chg="add mod modCrop">
          <ac:chgData name="Linor Sadè" userId="bc0d0fd32ca69c27" providerId="LiveId" clId="{B95D7766-B897-4EE2-8E3B-06A5BFEC6316}" dt="2026-02-18T17:53:31.382" v="4339" actId="1076"/>
          <ac:picMkLst>
            <pc:docMk/>
            <pc:sldMk cId="2758833160" sldId="284"/>
            <ac:picMk id="7" creationId="{61DE1F50-968C-B6BF-C0AC-F445C4B438D3}"/>
          </ac:picMkLst>
        </pc:picChg>
      </pc:sldChg>
      <pc:sldChg chg="modSp add del mod">
        <pc:chgData name="Linor Sadè" userId="bc0d0fd32ca69c27" providerId="LiveId" clId="{B95D7766-B897-4EE2-8E3B-06A5BFEC6316}" dt="2026-02-18T05:16:11.527" v="2081" actId="47"/>
        <pc:sldMkLst>
          <pc:docMk/>
          <pc:sldMk cId="2950939936" sldId="285"/>
        </pc:sldMkLst>
        <pc:picChg chg="mod">
          <ac:chgData name="Linor Sadè" userId="bc0d0fd32ca69c27" providerId="LiveId" clId="{B95D7766-B897-4EE2-8E3B-06A5BFEC6316}" dt="2026-02-18T05:13:36.961" v="2075" actId="1076"/>
          <ac:picMkLst>
            <pc:docMk/>
            <pc:sldMk cId="2950939936" sldId="285"/>
            <ac:picMk id="4" creationId="{E63327A9-DD90-42EF-363A-40826B52DBD5}"/>
          </ac:picMkLst>
        </pc:picChg>
      </pc:sldChg>
      <pc:sldChg chg="new del">
        <pc:chgData name="Linor Sadè" userId="bc0d0fd32ca69c27" providerId="LiveId" clId="{B95D7766-B897-4EE2-8E3B-06A5BFEC6316}" dt="2026-02-18T05:06:55.992" v="1779" actId="680"/>
        <pc:sldMkLst>
          <pc:docMk/>
          <pc:sldMk cId="3475575376" sldId="285"/>
        </pc:sldMkLst>
      </pc:sldChg>
      <pc:sldChg chg="addSp delSp modSp add mod">
        <pc:chgData name="Linor Sadè" userId="bc0d0fd32ca69c27" providerId="LiveId" clId="{B95D7766-B897-4EE2-8E3B-06A5BFEC6316}" dt="2026-02-18T07:31:51.882" v="4204" actId="207"/>
        <pc:sldMkLst>
          <pc:docMk/>
          <pc:sldMk cId="3597097294" sldId="285"/>
        </pc:sldMkLst>
        <pc:spChg chg="mod">
          <ac:chgData name="Linor Sadè" userId="bc0d0fd32ca69c27" providerId="LiveId" clId="{B95D7766-B897-4EE2-8E3B-06A5BFEC6316}" dt="2026-02-18T06:05:39.619" v="3038" actId="1076"/>
          <ac:spMkLst>
            <pc:docMk/>
            <pc:sldMk cId="3597097294" sldId="285"/>
            <ac:spMk id="2" creationId="{F763E9C6-5AE5-33AD-9031-23344B8FD406}"/>
          </ac:spMkLst>
        </pc:spChg>
        <pc:spChg chg="del">
          <ac:chgData name="Linor Sadè" userId="bc0d0fd32ca69c27" providerId="LiveId" clId="{B95D7766-B897-4EE2-8E3B-06A5BFEC6316}" dt="2026-02-18T06:05:44.247" v="3039" actId="478"/>
          <ac:spMkLst>
            <pc:docMk/>
            <pc:sldMk cId="3597097294" sldId="285"/>
            <ac:spMk id="3" creationId="{CAEE4B2B-C0FB-BFEA-269C-148FB7BFFA71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4" creationId="{0DDC3156-E32F-D578-0089-D3231586C212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5" creationId="{85A69DA3-18DF-B4F0-AE9F-88E618DACB84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6" creationId="{9E95D334-74AC-2C68-8D7E-B1805D7141EB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7" creationId="{5D0BF1D0-2A89-521A-BB9C-542199047A50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8" creationId="{9080307B-E6AD-20D9-8DC0-41754EE72933}"/>
          </ac:spMkLst>
        </pc:spChg>
        <pc:spChg chg="del">
          <ac:chgData name="Linor Sadè" userId="bc0d0fd32ca69c27" providerId="LiveId" clId="{B95D7766-B897-4EE2-8E3B-06A5BFEC6316}" dt="2026-02-18T06:05:44.247" v="3039" actId="478"/>
          <ac:spMkLst>
            <pc:docMk/>
            <pc:sldMk cId="3597097294" sldId="285"/>
            <ac:spMk id="9" creationId="{A758E689-EC97-F9B7-5A08-AD1083883E3D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10" creationId="{C6F9831A-2F9A-3D95-4B11-A0FB82FE1F06}"/>
          </ac:spMkLst>
        </pc:spChg>
        <pc:spChg chg="add del mod">
          <ac:chgData name="Linor Sadè" userId="bc0d0fd32ca69c27" providerId="LiveId" clId="{B95D7766-B897-4EE2-8E3B-06A5BFEC6316}" dt="2026-02-18T06:06:37.808" v="3049" actId="478"/>
          <ac:spMkLst>
            <pc:docMk/>
            <pc:sldMk cId="3597097294" sldId="285"/>
            <ac:spMk id="11" creationId="{F8688754-5D2C-B00A-1518-B32F048A2D1B}"/>
          </ac:spMkLst>
        </pc:spChg>
        <pc:spChg chg="mod">
          <ac:chgData name="Linor Sadè" userId="bc0d0fd32ca69c27" providerId="LiveId" clId="{B95D7766-B897-4EE2-8E3B-06A5BFEC6316}" dt="2026-02-18T07:31:51.882" v="4204" actId="207"/>
          <ac:spMkLst>
            <pc:docMk/>
            <pc:sldMk cId="3597097294" sldId="285"/>
            <ac:spMk id="12" creationId="{C1DCBE5E-86C8-F7F4-E42F-CE2BFA49396A}"/>
          </ac:spMkLst>
        </pc:spChg>
        <pc:spChg chg="add del">
          <ac:chgData name="Linor Sadè" userId="bc0d0fd32ca69c27" providerId="LiveId" clId="{B95D7766-B897-4EE2-8E3B-06A5BFEC6316}" dt="2026-02-18T06:14:31.408" v="3107" actId="478"/>
          <ac:spMkLst>
            <pc:docMk/>
            <pc:sldMk cId="3597097294" sldId="285"/>
            <ac:spMk id="13" creationId="{DDF212DD-A087-96DB-4BE6-E7D1B58EE940}"/>
          </ac:spMkLst>
        </pc:spChg>
        <pc:spChg chg="add del mod">
          <ac:chgData name="Linor Sadè" userId="bc0d0fd32ca69c27" providerId="LiveId" clId="{B95D7766-B897-4EE2-8E3B-06A5BFEC6316}" dt="2026-02-18T06:14:35.886" v="3110" actId="478"/>
          <ac:spMkLst>
            <pc:docMk/>
            <pc:sldMk cId="3597097294" sldId="285"/>
            <ac:spMk id="14" creationId="{ED758BA4-C1F6-4274-7502-7B4A339B33D9}"/>
          </ac:spMkLst>
        </pc:spChg>
        <pc:spChg chg="add del">
          <ac:chgData name="Linor Sadè" userId="bc0d0fd32ca69c27" providerId="LiveId" clId="{B95D7766-B897-4EE2-8E3B-06A5BFEC6316}" dt="2026-02-18T06:06:40.231" v="3050" actId="478"/>
          <ac:spMkLst>
            <pc:docMk/>
            <pc:sldMk cId="3597097294" sldId="285"/>
            <ac:spMk id="15" creationId="{2D3F5CE5-8AFB-D523-53CF-C386B20F26D4}"/>
          </ac:spMkLst>
        </pc:spChg>
        <pc:spChg chg="del">
          <ac:chgData name="Linor Sadè" userId="bc0d0fd32ca69c27" providerId="LiveId" clId="{B95D7766-B897-4EE2-8E3B-06A5BFEC6316}" dt="2026-02-18T06:05:44.247" v="3039" actId="478"/>
          <ac:spMkLst>
            <pc:docMk/>
            <pc:sldMk cId="3597097294" sldId="285"/>
            <ac:spMk id="16" creationId="{01536511-FEA8-6A02-C7B1-DD716A8BC2CA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17" creationId="{731DD442-8669-B4BB-EA56-D9894D8DACDF}"/>
          </ac:spMkLst>
        </pc:spChg>
        <pc:spChg chg="del mod">
          <ac:chgData name="Linor Sadè" userId="bc0d0fd32ca69c27" providerId="LiveId" clId="{B95D7766-B897-4EE2-8E3B-06A5BFEC6316}" dt="2026-02-18T06:04:46.864" v="3021" actId="478"/>
          <ac:spMkLst>
            <pc:docMk/>
            <pc:sldMk cId="3597097294" sldId="285"/>
            <ac:spMk id="19" creationId="{A0ACDEC4-7D0A-0B5B-C681-77077E58A7F6}"/>
          </ac:spMkLst>
        </pc:spChg>
        <pc:spChg chg="del mod">
          <ac:chgData name="Linor Sadè" userId="bc0d0fd32ca69c27" providerId="LiveId" clId="{B95D7766-B897-4EE2-8E3B-06A5BFEC6316}" dt="2026-02-18T06:05:07.620" v="3026" actId="478"/>
          <ac:spMkLst>
            <pc:docMk/>
            <pc:sldMk cId="3597097294" sldId="285"/>
            <ac:spMk id="20" creationId="{9565BDF6-3791-0533-37B7-FEC5BABA7361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22" creationId="{0E486B94-2C9E-CD60-E42F-91C4A275859D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27" creationId="{45442B74-BA79-2643-6D7F-DF6C178059F8}"/>
          </ac:spMkLst>
        </pc:spChg>
        <pc:spChg chg="del">
          <ac:chgData name="Linor Sadè" userId="bc0d0fd32ca69c27" providerId="LiveId" clId="{B95D7766-B897-4EE2-8E3B-06A5BFEC6316}" dt="2026-02-18T06:05:44.247" v="3039" actId="478"/>
          <ac:spMkLst>
            <pc:docMk/>
            <pc:sldMk cId="3597097294" sldId="285"/>
            <ac:spMk id="28" creationId="{C42382BD-A446-3F29-0C6A-97321E4046A5}"/>
          </ac:spMkLst>
        </pc:spChg>
        <pc:spChg chg="del">
          <ac:chgData name="Linor Sadè" userId="bc0d0fd32ca69c27" providerId="LiveId" clId="{B95D7766-B897-4EE2-8E3B-06A5BFEC6316}" dt="2026-02-18T06:05:44.247" v="3039" actId="478"/>
          <ac:spMkLst>
            <pc:docMk/>
            <pc:sldMk cId="3597097294" sldId="285"/>
            <ac:spMk id="29" creationId="{8713332C-78AB-564F-F73D-2B3014E410F2}"/>
          </ac:spMkLst>
        </pc:spChg>
        <pc:spChg chg="del">
          <ac:chgData name="Linor Sadè" userId="bc0d0fd32ca69c27" providerId="LiveId" clId="{B95D7766-B897-4EE2-8E3B-06A5BFEC6316}" dt="2026-02-18T06:05:44.247" v="3039" actId="478"/>
          <ac:spMkLst>
            <pc:docMk/>
            <pc:sldMk cId="3597097294" sldId="285"/>
            <ac:spMk id="30" creationId="{EE6E4212-3501-BEB3-43B4-DF1686879EFC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31" creationId="{66BAEAB6-2FBD-C9AE-28FC-F484FF972B65}"/>
          </ac:spMkLst>
        </pc:spChg>
        <pc:spChg chg="del">
          <ac:chgData name="Linor Sadè" userId="bc0d0fd32ca69c27" providerId="LiveId" clId="{B95D7766-B897-4EE2-8E3B-06A5BFEC6316}" dt="2026-02-18T06:05:44.247" v="3039" actId="478"/>
          <ac:spMkLst>
            <pc:docMk/>
            <pc:sldMk cId="3597097294" sldId="285"/>
            <ac:spMk id="32" creationId="{629BDEA7-5A67-4978-AE84-DE565ED67C6C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33" creationId="{485BA16B-9FB2-B363-F33A-A3E304C0EE92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34" creationId="{D8565054-B797-CF04-13B9-5B12D8619400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35" creationId="{A7778E93-9147-77F2-4292-3E60AA799C5F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36" creationId="{63F424CE-6FA6-B2A4-5FAB-1CC036F572EC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37" creationId="{4963009F-68D8-294F-2C79-3F206A90DD58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38" creationId="{86BB6B67-D9A3-1A9D-8AAE-4DD5DAC0E275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39" creationId="{516ED16E-3090-78DB-05FE-4A03057DC820}"/>
          </ac:spMkLst>
        </pc:spChg>
        <pc:spChg chg="del">
          <ac:chgData name="Linor Sadè" userId="bc0d0fd32ca69c27" providerId="LiveId" clId="{B95D7766-B897-4EE2-8E3B-06A5BFEC6316}" dt="2026-02-18T06:04:41.576" v="3019" actId="478"/>
          <ac:spMkLst>
            <pc:docMk/>
            <pc:sldMk cId="3597097294" sldId="285"/>
            <ac:spMk id="40" creationId="{D459AE23-AB36-B306-ACD8-CCDDF94642DB}"/>
          </ac:spMkLst>
        </pc:spChg>
        <pc:spChg chg="mod">
          <ac:chgData name="Linor Sadè" userId="bc0d0fd32ca69c27" providerId="LiveId" clId="{B95D7766-B897-4EE2-8E3B-06A5BFEC6316}" dt="2026-02-18T06:13:50.338" v="3099" actId="14100"/>
          <ac:spMkLst>
            <pc:docMk/>
            <pc:sldMk cId="3597097294" sldId="285"/>
            <ac:spMk id="42" creationId="{8FFC5470-570C-7291-2216-BFD598063E18}"/>
          </ac:spMkLst>
        </pc:spChg>
        <pc:spChg chg="mod">
          <ac:chgData name="Linor Sadè" userId="bc0d0fd32ca69c27" providerId="LiveId" clId="{B95D7766-B897-4EE2-8E3B-06A5BFEC6316}" dt="2026-02-18T06:20:53.009" v="3435" actId="14100"/>
          <ac:spMkLst>
            <pc:docMk/>
            <pc:sldMk cId="3597097294" sldId="285"/>
            <ac:spMk id="43" creationId="{1605BF43-669D-E558-747F-3ABF28DEA0BF}"/>
          </ac:spMkLst>
        </pc:spChg>
        <pc:spChg chg="mod">
          <ac:chgData name="Linor Sadè" userId="bc0d0fd32ca69c27" providerId="LiveId" clId="{B95D7766-B897-4EE2-8E3B-06A5BFEC6316}" dt="2026-02-18T06:06:50.433" v="3051" actId="1076"/>
          <ac:spMkLst>
            <pc:docMk/>
            <pc:sldMk cId="3597097294" sldId="285"/>
            <ac:spMk id="44" creationId="{D670DF53-A0A2-0FD9-D60D-09D450C54F02}"/>
          </ac:spMkLst>
        </pc:spChg>
        <pc:spChg chg="mod">
          <ac:chgData name="Linor Sadè" userId="bc0d0fd32ca69c27" providerId="LiveId" clId="{B95D7766-B897-4EE2-8E3B-06A5BFEC6316}" dt="2026-02-18T06:15:07.249" v="3119" actId="1076"/>
          <ac:spMkLst>
            <pc:docMk/>
            <pc:sldMk cId="3597097294" sldId="285"/>
            <ac:spMk id="45" creationId="{1C52BB01-D044-DAB6-4695-FA953E71E08E}"/>
          </ac:spMkLst>
        </pc:spChg>
        <pc:spChg chg="mod">
          <ac:chgData name="Linor Sadè" userId="bc0d0fd32ca69c27" providerId="LiveId" clId="{B95D7766-B897-4EE2-8E3B-06A5BFEC6316}" dt="2026-02-18T06:15:04.782" v="3118" actId="1076"/>
          <ac:spMkLst>
            <pc:docMk/>
            <pc:sldMk cId="3597097294" sldId="285"/>
            <ac:spMk id="46" creationId="{73FA2EC0-C5F4-D2E5-0B0B-9CD2459FAFF7}"/>
          </ac:spMkLst>
        </pc:spChg>
        <pc:spChg chg="mod">
          <ac:chgData name="Linor Sadè" userId="bc0d0fd32ca69c27" providerId="LiveId" clId="{B95D7766-B897-4EE2-8E3B-06A5BFEC6316}" dt="2026-02-18T06:20:58.416" v="3437" actId="1076"/>
          <ac:spMkLst>
            <pc:docMk/>
            <pc:sldMk cId="3597097294" sldId="285"/>
            <ac:spMk id="47" creationId="{E0E885BF-06A9-0BB0-A5F0-4CCDA366E11C}"/>
          </ac:spMkLst>
        </pc:spChg>
        <pc:spChg chg="mod">
          <ac:chgData name="Linor Sadè" userId="bc0d0fd32ca69c27" providerId="LiveId" clId="{B95D7766-B897-4EE2-8E3B-06A5BFEC6316}" dt="2026-02-18T06:20:55.433" v="3436" actId="1076"/>
          <ac:spMkLst>
            <pc:docMk/>
            <pc:sldMk cId="3597097294" sldId="285"/>
            <ac:spMk id="48" creationId="{092160EC-BD53-CF6B-C472-193B9268E411}"/>
          </ac:spMkLst>
        </pc:spChg>
        <pc:spChg chg="mod">
          <ac:chgData name="Linor Sadè" userId="bc0d0fd32ca69c27" providerId="LiveId" clId="{B95D7766-B897-4EE2-8E3B-06A5BFEC6316}" dt="2026-02-18T06:25:37.141" v="3479" actId="1076"/>
          <ac:spMkLst>
            <pc:docMk/>
            <pc:sldMk cId="3597097294" sldId="285"/>
            <ac:spMk id="49" creationId="{718DFE1F-C87D-2EB1-92C0-146E7439DFBA}"/>
          </ac:spMkLst>
        </pc:spChg>
        <pc:spChg chg="mod">
          <ac:chgData name="Linor Sadè" userId="bc0d0fd32ca69c27" providerId="LiveId" clId="{B95D7766-B897-4EE2-8E3B-06A5BFEC6316}" dt="2026-02-18T06:21:02.224" v="3438" actId="1076"/>
          <ac:spMkLst>
            <pc:docMk/>
            <pc:sldMk cId="3597097294" sldId="285"/>
            <ac:spMk id="50" creationId="{0D7B9D9D-9DF5-0876-E078-E22E54D8E826}"/>
          </ac:spMkLst>
        </pc:spChg>
        <pc:spChg chg="add del mod">
          <ac:chgData name="Linor Sadè" userId="bc0d0fd32ca69c27" providerId="LiveId" clId="{B95D7766-B897-4EE2-8E3B-06A5BFEC6316}" dt="2026-02-18T06:16:02.315" v="3125" actId="21"/>
          <ac:spMkLst>
            <pc:docMk/>
            <pc:sldMk cId="3597097294" sldId="285"/>
            <ac:spMk id="51" creationId="{60D6C0FC-612A-8C3D-CF69-AA74DB01FF87}"/>
          </ac:spMkLst>
        </pc:spChg>
        <pc:spChg chg="add del mod">
          <ac:chgData name="Linor Sadè" userId="bc0d0fd32ca69c27" providerId="LiveId" clId="{B95D7766-B897-4EE2-8E3B-06A5BFEC6316}" dt="2026-02-18T06:11:55.023" v="3071" actId="478"/>
          <ac:spMkLst>
            <pc:docMk/>
            <pc:sldMk cId="3597097294" sldId="285"/>
            <ac:spMk id="52" creationId="{7E7533A7-6A6F-5DF7-CE54-66C682CA691B}"/>
          </ac:spMkLst>
        </pc:spChg>
        <pc:spChg chg="add mod">
          <ac:chgData name="Linor Sadè" userId="bc0d0fd32ca69c27" providerId="LiveId" clId="{B95D7766-B897-4EE2-8E3B-06A5BFEC6316}" dt="2026-02-18T06:11:30.166" v="3065"/>
          <ac:spMkLst>
            <pc:docMk/>
            <pc:sldMk cId="3597097294" sldId="285"/>
            <ac:spMk id="53" creationId="{31613D81-B012-D3B3-569A-218876F01763}"/>
          </ac:spMkLst>
        </pc:spChg>
        <pc:spChg chg="add del mod ord">
          <ac:chgData name="Linor Sadè" userId="bc0d0fd32ca69c27" providerId="LiveId" clId="{B95D7766-B897-4EE2-8E3B-06A5BFEC6316}" dt="2026-02-18T06:13:22.805" v="3092" actId="478"/>
          <ac:spMkLst>
            <pc:docMk/>
            <pc:sldMk cId="3597097294" sldId="285"/>
            <ac:spMk id="54" creationId="{A1D25166-05BA-456C-394A-6C811917D3F1}"/>
          </ac:spMkLst>
        </pc:spChg>
        <pc:spChg chg="add del mod ord">
          <ac:chgData name="Linor Sadè" userId="bc0d0fd32ca69c27" providerId="LiveId" clId="{B95D7766-B897-4EE2-8E3B-06A5BFEC6316}" dt="2026-02-18T06:13:32.823" v="3095" actId="478"/>
          <ac:spMkLst>
            <pc:docMk/>
            <pc:sldMk cId="3597097294" sldId="285"/>
            <ac:spMk id="55" creationId="{E39F1414-6B8C-FE0D-8A88-57B7E8EDD048}"/>
          </ac:spMkLst>
        </pc:spChg>
        <pc:spChg chg="add del mod ord">
          <ac:chgData name="Linor Sadè" userId="bc0d0fd32ca69c27" providerId="LiveId" clId="{B95D7766-B897-4EE2-8E3B-06A5BFEC6316}" dt="2026-02-18T06:14:28.064" v="3106" actId="478"/>
          <ac:spMkLst>
            <pc:docMk/>
            <pc:sldMk cId="3597097294" sldId="285"/>
            <ac:spMk id="56" creationId="{4D2B409D-3EFC-B829-8F88-4D6BEE7443A7}"/>
          </ac:spMkLst>
        </pc:spChg>
        <pc:spChg chg="add del mod ord">
          <ac:chgData name="Linor Sadè" userId="bc0d0fd32ca69c27" providerId="LiveId" clId="{B95D7766-B897-4EE2-8E3B-06A5BFEC6316}" dt="2026-02-18T06:14:32.689" v="3108" actId="478"/>
          <ac:spMkLst>
            <pc:docMk/>
            <pc:sldMk cId="3597097294" sldId="285"/>
            <ac:spMk id="57" creationId="{CE09DB99-4F93-4FBD-8B74-86EB3BD3FEC9}"/>
          </ac:spMkLst>
        </pc:spChg>
        <pc:spChg chg="add del mod ord">
          <ac:chgData name="Linor Sadè" userId="bc0d0fd32ca69c27" providerId="LiveId" clId="{B95D7766-B897-4EE2-8E3B-06A5BFEC6316}" dt="2026-02-18T06:13:52.924" v="3100" actId="478"/>
          <ac:spMkLst>
            <pc:docMk/>
            <pc:sldMk cId="3597097294" sldId="285"/>
            <ac:spMk id="58" creationId="{048AB511-7F89-918E-C640-C13A9445EECB}"/>
          </ac:spMkLst>
        </pc:spChg>
        <pc:spChg chg="add del mod ord">
          <ac:chgData name="Linor Sadè" userId="bc0d0fd32ca69c27" providerId="LiveId" clId="{B95D7766-B897-4EE2-8E3B-06A5BFEC6316}" dt="2026-02-18T06:13:37.785" v="3097" actId="478"/>
          <ac:spMkLst>
            <pc:docMk/>
            <pc:sldMk cId="3597097294" sldId="285"/>
            <ac:spMk id="59" creationId="{8D96B5E5-F51C-7C81-3184-15D6F1174AFE}"/>
          </ac:spMkLst>
        </pc:spChg>
        <pc:spChg chg="add mod">
          <ac:chgData name="Linor Sadè" userId="bc0d0fd32ca69c27" providerId="LiveId" clId="{B95D7766-B897-4EE2-8E3B-06A5BFEC6316}" dt="2026-02-18T06:14:50.185" v="3111"/>
          <ac:spMkLst>
            <pc:docMk/>
            <pc:sldMk cId="3597097294" sldId="285"/>
            <ac:spMk id="60" creationId="{B04238B1-A788-904B-8DCF-18DF25A70684}"/>
          </ac:spMkLst>
        </pc:spChg>
        <pc:spChg chg="add mod">
          <ac:chgData name="Linor Sadè" userId="bc0d0fd32ca69c27" providerId="LiveId" clId="{B95D7766-B897-4EE2-8E3B-06A5BFEC6316}" dt="2026-02-18T06:14:50.185" v="3111"/>
          <ac:spMkLst>
            <pc:docMk/>
            <pc:sldMk cId="3597097294" sldId="285"/>
            <ac:spMk id="61" creationId="{A6E98C59-C880-D960-A746-DBE97E060DDE}"/>
          </ac:spMkLst>
        </pc:spChg>
        <pc:spChg chg="add mod">
          <ac:chgData name="Linor Sadè" userId="bc0d0fd32ca69c27" providerId="LiveId" clId="{B95D7766-B897-4EE2-8E3B-06A5BFEC6316}" dt="2026-02-18T06:20:15.936" v="3431" actId="1076"/>
          <ac:spMkLst>
            <pc:docMk/>
            <pc:sldMk cId="3597097294" sldId="285"/>
            <ac:spMk id="62" creationId="{B808CC69-9763-137A-102C-45A844844913}"/>
          </ac:spMkLst>
        </pc:spChg>
        <pc:spChg chg="add mod">
          <ac:chgData name="Linor Sadè" userId="bc0d0fd32ca69c27" providerId="LiveId" clId="{B95D7766-B897-4EE2-8E3B-06A5BFEC6316}" dt="2026-02-18T06:20:15.936" v="3431" actId="1076"/>
          <ac:spMkLst>
            <pc:docMk/>
            <pc:sldMk cId="3597097294" sldId="285"/>
            <ac:spMk id="63" creationId="{BF260BA9-FDFA-C319-E3C0-EDC3CDB3F398}"/>
          </ac:spMkLst>
        </pc:spChg>
        <pc:spChg chg="add mod">
          <ac:chgData name="Linor Sadè" userId="bc0d0fd32ca69c27" providerId="LiveId" clId="{B95D7766-B897-4EE2-8E3B-06A5BFEC6316}" dt="2026-02-18T06:21:48.203" v="3451" actId="20577"/>
          <ac:spMkLst>
            <pc:docMk/>
            <pc:sldMk cId="3597097294" sldId="285"/>
            <ac:spMk id="64" creationId="{52D2706D-EF53-A23F-DC6A-FC42FD4C70CF}"/>
          </ac:spMkLst>
        </pc:spChg>
        <pc:spChg chg="add mod">
          <ac:chgData name="Linor Sadè" userId="bc0d0fd32ca69c27" providerId="LiveId" clId="{B95D7766-B897-4EE2-8E3B-06A5BFEC6316}" dt="2026-02-18T06:21:51.676" v="3453" actId="20577"/>
          <ac:spMkLst>
            <pc:docMk/>
            <pc:sldMk cId="3597097294" sldId="285"/>
            <ac:spMk id="65" creationId="{C407C1E0-697E-D717-4C90-EAF56A3007F4}"/>
          </ac:spMkLst>
        </pc:spChg>
        <pc:spChg chg="add mod">
          <ac:chgData name="Linor Sadè" userId="bc0d0fd32ca69c27" providerId="LiveId" clId="{B95D7766-B897-4EE2-8E3B-06A5BFEC6316}" dt="2026-02-18T06:20:15.936" v="3431" actId="1076"/>
          <ac:spMkLst>
            <pc:docMk/>
            <pc:sldMk cId="3597097294" sldId="285"/>
            <ac:spMk id="66" creationId="{4990B81B-046F-BC8E-EBBF-79BDD451D042}"/>
          </ac:spMkLst>
        </pc:spChg>
        <pc:spChg chg="add mod">
          <ac:chgData name="Linor Sadè" userId="bc0d0fd32ca69c27" providerId="LiveId" clId="{B95D7766-B897-4EE2-8E3B-06A5BFEC6316}" dt="2026-02-18T06:20:15.936" v="3431" actId="1076"/>
          <ac:spMkLst>
            <pc:docMk/>
            <pc:sldMk cId="3597097294" sldId="285"/>
            <ac:spMk id="67" creationId="{919D1526-2CFA-8EB0-8F60-E4002DA4CB4F}"/>
          </ac:spMkLst>
        </pc:spChg>
        <pc:spChg chg="add mod">
          <ac:chgData name="Linor Sadè" userId="bc0d0fd32ca69c27" providerId="LiveId" clId="{B95D7766-B897-4EE2-8E3B-06A5BFEC6316}" dt="2026-02-18T06:20:15.936" v="3431" actId="1076"/>
          <ac:spMkLst>
            <pc:docMk/>
            <pc:sldMk cId="3597097294" sldId="285"/>
            <ac:spMk id="68" creationId="{F6BEBE40-E09C-1417-983C-C2E459D35460}"/>
          </ac:spMkLst>
        </pc:spChg>
        <pc:spChg chg="add mod">
          <ac:chgData name="Linor Sadè" userId="bc0d0fd32ca69c27" providerId="LiveId" clId="{B95D7766-B897-4EE2-8E3B-06A5BFEC6316}" dt="2026-02-18T06:20:15.936" v="3431" actId="1076"/>
          <ac:spMkLst>
            <pc:docMk/>
            <pc:sldMk cId="3597097294" sldId="285"/>
            <ac:spMk id="69" creationId="{B0FA5C5F-B6BA-BD08-1100-D72600DE7B21}"/>
          </ac:spMkLst>
        </pc:spChg>
        <pc:spChg chg="add mod">
          <ac:chgData name="Linor Sadè" userId="bc0d0fd32ca69c27" providerId="LiveId" clId="{B95D7766-B897-4EE2-8E3B-06A5BFEC6316}" dt="2026-02-18T06:26:11.579" v="3504" actId="20577"/>
          <ac:spMkLst>
            <pc:docMk/>
            <pc:sldMk cId="3597097294" sldId="285"/>
            <ac:spMk id="70" creationId="{6F632601-6FC8-F338-BC3B-BDD1F07BB188}"/>
          </ac:spMkLst>
        </pc:spChg>
        <pc:spChg chg="add mod">
          <ac:chgData name="Linor Sadè" userId="bc0d0fd32ca69c27" providerId="LiveId" clId="{B95D7766-B897-4EE2-8E3B-06A5BFEC6316}" dt="2026-02-18T06:33:12.045" v="3514" actId="1076"/>
          <ac:spMkLst>
            <pc:docMk/>
            <pc:sldMk cId="3597097294" sldId="285"/>
            <ac:spMk id="71" creationId="{0A8CF37D-8B93-83FF-269E-3A9541FC8D0D}"/>
          </ac:spMkLst>
        </pc:spChg>
        <pc:spChg chg="add mod">
          <ac:chgData name="Linor Sadè" userId="bc0d0fd32ca69c27" providerId="LiveId" clId="{B95D7766-B897-4EE2-8E3B-06A5BFEC6316}" dt="2026-02-18T06:33:12.045" v="3514" actId="1076"/>
          <ac:spMkLst>
            <pc:docMk/>
            <pc:sldMk cId="3597097294" sldId="285"/>
            <ac:spMk id="72" creationId="{4F13F232-6B13-BF7B-EE50-18725998DD03}"/>
          </ac:spMkLst>
        </pc:spChg>
        <pc:spChg chg="add mod">
          <ac:chgData name="Linor Sadè" userId="bc0d0fd32ca69c27" providerId="LiveId" clId="{B95D7766-B897-4EE2-8E3B-06A5BFEC6316}" dt="2026-02-18T06:33:12.045" v="3514" actId="1076"/>
          <ac:spMkLst>
            <pc:docMk/>
            <pc:sldMk cId="3597097294" sldId="285"/>
            <ac:spMk id="73" creationId="{DD5C5A32-C96B-B4DF-938F-22201F7CB08D}"/>
          </ac:spMkLst>
        </pc:spChg>
        <pc:spChg chg="add mod">
          <ac:chgData name="Linor Sadè" userId="bc0d0fd32ca69c27" providerId="LiveId" clId="{B95D7766-B897-4EE2-8E3B-06A5BFEC6316}" dt="2026-02-18T06:33:39.023" v="3576" actId="20577"/>
          <ac:spMkLst>
            <pc:docMk/>
            <pc:sldMk cId="3597097294" sldId="285"/>
            <ac:spMk id="74" creationId="{5ABBE8F4-3516-01B9-8CE8-9EB1809AC744}"/>
          </ac:spMkLst>
        </pc:spChg>
        <pc:spChg chg="add mod">
          <ac:chgData name="Linor Sadè" userId="bc0d0fd32ca69c27" providerId="LiveId" clId="{B95D7766-B897-4EE2-8E3B-06A5BFEC6316}" dt="2026-02-18T06:34:48.203" v="3751" actId="1076"/>
          <ac:spMkLst>
            <pc:docMk/>
            <pc:sldMk cId="3597097294" sldId="285"/>
            <ac:spMk id="75" creationId="{0CF30599-BAA2-22D2-308D-A2D03D214B7E}"/>
          </ac:spMkLst>
        </pc:spChg>
        <pc:spChg chg="add mod">
          <ac:chgData name="Linor Sadè" userId="bc0d0fd32ca69c27" providerId="LiveId" clId="{B95D7766-B897-4EE2-8E3B-06A5BFEC6316}" dt="2026-02-18T06:33:45.834" v="3609" actId="20577"/>
          <ac:spMkLst>
            <pc:docMk/>
            <pc:sldMk cId="3597097294" sldId="285"/>
            <ac:spMk id="76" creationId="{249EF65A-3DB8-CC59-F5DC-D52A59506D3D}"/>
          </ac:spMkLst>
        </pc:spChg>
        <pc:spChg chg="add mod">
          <ac:chgData name="Linor Sadè" userId="bc0d0fd32ca69c27" providerId="LiveId" clId="{B95D7766-B897-4EE2-8E3B-06A5BFEC6316}" dt="2026-02-18T06:35:30.108" v="3868" actId="20577"/>
          <ac:spMkLst>
            <pc:docMk/>
            <pc:sldMk cId="3597097294" sldId="285"/>
            <ac:spMk id="77" creationId="{D974C423-7A02-C8FF-E2D0-A6ED312F392B}"/>
          </ac:spMkLst>
        </pc:spChg>
        <pc:spChg chg="add mod">
          <ac:chgData name="Linor Sadè" userId="bc0d0fd32ca69c27" providerId="LiveId" clId="{B95D7766-B897-4EE2-8E3B-06A5BFEC6316}" dt="2026-02-18T06:33:22.330" v="3518" actId="20577"/>
          <ac:spMkLst>
            <pc:docMk/>
            <pc:sldMk cId="3597097294" sldId="285"/>
            <ac:spMk id="78" creationId="{0217180E-E483-170E-3890-0B4A563FA893}"/>
          </ac:spMkLst>
        </pc:spChg>
        <pc:spChg chg="add mod">
          <ac:chgData name="Linor Sadè" userId="bc0d0fd32ca69c27" providerId="LiveId" clId="{B95D7766-B897-4EE2-8E3B-06A5BFEC6316}" dt="2026-02-18T06:33:24.146" v="3520" actId="20577"/>
          <ac:spMkLst>
            <pc:docMk/>
            <pc:sldMk cId="3597097294" sldId="285"/>
            <ac:spMk id="79" creationId="{0D1FAA25-1C27-B5C9-52AC-131B44E91627}"/>
          </ac:spMkLst>
        </pc:spChg>
      </pc:sldChg>
      <pc:sldChg chg="addSp delSp modSp add mod setBg">
        <pc:chgData name="Linor Sadè" userId="bc0d0fd32ca69c27" providerId="LiveId" clId="{B95D7766-B897-4EE2-8E3B-06A5BFEC6316}" dt="2026-02-18T07:55:52.686" v="4231" actId="692"/>
        <pc:sldMkLst>
          <pc:docMk/>
          <pc:sldMk cId="3205363123" sldId="286"/>
        </pc:sldMkLst>
        <pc:spChg chg="add mod">
          <ac:chgData name="Linor Sadè" userId="bc0d0fd32ca69c27" providerId="LiveId" clId="{B95D7766-B897-4EE2-8E3B-06A5BFEC6316}" dt="2026-02-18T06:37:14.470" v="3887" actId="1076"/>
          <ac:spMkLst>
            <pc:docMk/>
            <pc:sldMk cId="3205363123" sldId="286"/>
            <ac:spMk id="2" creationId="{6777261D-1AD4-B1B9-5421-429D951E8BF5}"/>
          </ac:spMkLst>
        </pc:spChg>
        <pc:spChg chg="mod">
          <ac:chgData name="Linor Sadè" userId="bc0d0fd32ca69c27" providerId="LiveId" clId="{B95D7766-B897-4EE2-8E3B-06A5BFEC6316}" dt="2026-02-18T06:36:25.873" v="3872" actId="20577"/>
          <ac:spMkLst>
            <pc:docMk/>
            <pc:sldMk cId="3205363123" sldId="286"/>
            <ac:spMk id="7" creationId="{89AEC884-3346-13DE-17DD-A38CFFC84DA2}"/>
          </ac:spMkLst>
        </pc:spChg>
        <pc:spChg chg="del mod">
          <ac:chgData name="Linor Sadè" userId="bc0d0fd32ca69c27" providerId="LiveId" clId="{B95D7766-B897-4EE2-8E3B-06A5BFEC6316}" dt="2026-02-18T06:36:29.226" v="3874" actId="478"/>
          <ac:spMkLst>
            <pc:docMk/>
            <pc:sldMk cId="3205363123" sldId="286"/>
            <ac:spMk id="9" creationId="{D1B69092-E8AD-887F-7A10-213FE2BC0368}"/>
          </ac:spMkLst>
        </pc:spChg>
        <pc:spChg chg="del">
          <ac:chgData name="Linor Sadè" userId="bc0d0fd32ca69c27" providerId="LiveId" clId="{B95D7766-B897-4EE2-8E3B-06A5BFEC6316}" dt="2026-02-18T06:36:41.962" v="3877" actId="478"/>
          <ac:spMkLst>
            <pc:docMk/>
            <pc:sldMk cId="3205363123" sldId="286"/>
            <ac:spMk id="12" creationId="{586417A0-7BAD-BBE7-37A7-FD70F488CD20}"/>
          </ac:spMkLst>
        </pc:spChg>
        <pc:spChg chg="del mod">
          <ac:chgData name="Linor Sadè" userId="bc0d0fd32ca69c27" providerId="LiveId" clId="{B95D7766-B897-4EE2-8E3B-06A5BFEC6316}" dt="2026-02-18T07:25:51.886" v="4129" actId="478"/>
          <ac:spMkLst>
            <pc:docMk/>
            <pc:sldMk cId="3205363123" sldId="286"/>
            <ac:spMk id="16" creationId="{F818E8AE-ADBA-A032-3C93-B48ADE668531}"/>
          </ac:spMkLst>
        </pc:spChg>
        <pc:spChg chg="add mod">
          <ac:chgData name="Linor Sadè" userId="bc0d0fd32ca69c27" providerId="LiveId" clId="{B95D7766-B897-4EE2-8E3B-06A5BFEC6316}" dt="2026-02-18T07:22:17.374" v="4095" actId="1076"/>
          <ac:spMkLst>
            <pc:docMk/>
            <pc:sldMk cId="3205363123" sldId="286"/>
            <ac:spMk id="18" creationId="{06E53A7E-F4B6-3667-A24F-108A9F4EEF4B}"/>
          </ac:spMkLst>
        </pc:spChg>
        <pc:spChg chg="del mod">
          <ac:chgData name="Linor Sadè" userId="bc0d0fd32ca69c27" providerId="LiveId" clId="{B95D7766-B897-4EE2-8E3B-06A5BFEC6316}" dt="2026-02-18T06:36:41.962" v="3877" actId="478"/>
          <ac:spMkLst>
            <pc:docMk/>
            <pc:sldMk cId="3205363123" sldId="286"/>
            <ac:spMk id="21" creationId="{6F07018A-36DE-1FF6-7E8B-E8A94D537E80}"/>
          </ac:spMkLst>
        </pc:spChg>
        <pc:spChg chg="add mod ord">
          <ac:chgData name="Linor Sadè" userId="bc0d0fd32ca69c27" providerId="LiveId" clId="{B95D7766-B897-4EE2-8E3B-06A5BFEC6316}" dt="2026-02-18T07:22:17.374" v="4095" actId="1076"/>
          <ac:spMkLst>
            <pc:docMk/>
            <pc:sldMk cId="3205363123" sldId="286"/>
            <ac:spMk id="25" creationId="{5588580F-844B-B2DA-0A26-8E3308589F94}"/>
          </ac:spMkLst>
        </pc:spChg>
        <pc:spChg chg="add mod">
          <ac:chgData name="Linor Sadè" userId="bc0d0fd32ca69c27" providerId="LiveId" clId="{B95D7766-B897-4EE2-8E3B-06A5BFEC6316}" dt="2026-02-18T07:24:29.042" v="4110" actId="20577"/>
          <ac:spMkLst>
            <pc:docMk/>
            <pc:sldMk cId="3205363123" sldId="286"/>
            <ac:spMk id="26" creationId="{EEBDBC83-117C-58AC-806F-18941F657912}"/>
          </ac:spMkLst>
        </pc:spChg>
        <pc:spChg chg="add mod">
          <ac:chgData name="Linor Sadè" userId="bc0d0fd32ca69c27" providerId="LiveId" clId="{B95D7766-B897-4EE2-8E3B-06A5BFEC6316}" dt="2026-02-18T07:24:25.097" v="4107" actId="20577"/>
          <ac:spMkLst>
            <pc:docMk/>
            <pc:sldMk cId="3205363123" sldId="286"/>
            <ac:spMk id="27" creationId="{A3E0BFD6-57F9-1E60-9B4D-EBE2568D6E15}"/>
          </ac:spMkLst>
        </pc:spChg>
        <pc:spChg chg="add mod">
          <ac:chgData name="Linor Sadè" userId="bc0d0fd32ca69c27" providerId="LiveId" clId="{B95D7766-B897-4EE2-8E3B-06A5BFEC6316}" dt="2026-02-18T07:31:03.862" v="4192" actId="207"/>
          <ac:spMkLst>
            <pc:docMk/>
            <pc:sldMk cId="3205363123" sldId="286"/>
            <ac:spMk id="34" creationId="{4FBB9C0A-B86D-27FC-0544-5C27B3D83C75}"/>
          </ac:spMkLst>
        </pc:spChg>
        <pc:spChg chg="add mod">
          <ac:chgData name="Linor Sadè" userId="bc0d0fd32ca69c27" providerId="LiveId" clId="{B95D7766-B897-4EE2-8E3B-06A5BFEC6316}" dt="2026-02-18T07:40:14.642" v="4218" actId="2085"/>
          <ac:spMkLst>
            <pc:docMk/>
            <pc:sldMk cId="3205363123" sldId="286"/>
            <ac:spMk id="35" creationId="{BFFCD83A-8DFD-7250-0E96-BB791B2275F5}"/>
          </ac:spMkLst>
        </pc:spChg>
        <pc:picChg chg="add mod">
          <ac:chgData name="Linor Sadè" userId="bc0d0fd32ca69c27" providerId="LiveId" clId="{B95D7766-B897-4EE2-8E3B-06A5BFEC6316}" dt="2026-02-18T07:02:36.520" v="3925" actId="1076"/>
          <ac:picMkLst>
            <pc:docMk/>
            <pc:sldMk cId="3205363123" sldId="286"/>
            <ac:picMk id="4" creationId="{890242A5-8CC1-FEF1-A360-9B6B4F25097D}"/>
          </ac:picMkLst>
        </pc:picChg>
        <pc:picChg chg="add del mod">
          <ac:chgData name="Linor Sadè" userId="bc0d0fd32ca69c27" providerId="LiveId" clId="{B95D7766-B897-4EE2-8E3B-06A5BFEC6316}" dt="2026-02-18T06:56:25.737" v="3900" actId="478"/>
          <ac:picMkLst>
            <pc:docMk/>
            <pc:sldMk cId="3205363123" sldId="286"/>
            <ac:picMk id="6" creationId="{D0EA8CDD-1EB6-9CD2-766D-0466531155F8}"/>
          </ac:picMkLst>
        </pc:picChg>
        <pc:picChg chg="add del mod">
          <ac:chgData name="Linor Sadè" userId="bc0d0fd32ca69c27" providerId="LiveId" clId="{B95D7766-B897-4EE2-8E3B-06A5BFEC6316}" dt="2026-02-18T06:58:05.818" v="3912" actId="478"/>
          <ac:picMkLst>
            <pc:docMk/>
            <pc:sldMk cId="3205363123" sldId="286"/>
            <ac:picMk id="11" creationId="{5F1657DA-465F-EC02-8C7E-CDE81C880C4D}"/>
          </ac:picMkLst>
        </pc:picChg>
        <pc:picChg chg="del">
          <ac:chgData name="Linor Sadè" userId="bc0d0fd32ca69c27" providerId="LiveId" clId="{B95D7766-B897-4EE2-8E3B-06A5BFEC6316}" dt="2026-02-18T06:36:43.171" v="3878" actId="478"/>
          <ac:picMkLst>
            <pc:docMk/>
            <pc:sldMk cId="3205363123" sldId="286"/>
            <ac:picMk id="14" creationId="{58FB9C05-6B47-FF63-11D7-63ED1DFAB0DD}"/>
          </ac:picMkLst>
        </pc:picChg>
        <pc:picChg chg="add mod">
          <ac:chgData name="Linor Sadè" userId="bc0d0fd32ca69c27" providerId="LiveId" clId="{B95D7766-B897-4EE2-8E3B-06A5BFEC6316}" dt="2026-02-18T07:02:36.520" v="3925" actId="1076"/>
          <ac:picMkLst>
            <pc:docMk/>
            <pc:sldMk cId="3205363123" sldId="286"/>
            <ac:picMk id="15" creationId="{02BF439C-45B0-ABA1-9CF1-388AEB51F014}"/>
          </ac:picMkLst>
        </pc:picChg>
        <pc:picChg chg="add mod modCrop">
          <ac:chgData name="Linor Sadè" userId="bc0d0fd32ca69c27" providerId="LiveId" clId="{B95D7766-B897-4EE2-8E3B-06A5BFEC6316}" dt="2026-02-18T07:14:43.012" v="3988" actId="732"/>
          <ac:picMkLst>
            <pc:docMk/>
            <pc:sldMk cId="3205363123" sldId="286"/>
            <ac:picMk id="17" creationId="{39E97C48-A9CB-7EF5-4BCB-373FEF88B51E}"/>
          </ac:picMkLst>
        </pc:picChg>
        <pc:picChg chg="del">
          <ac:chgData name="Linor Sadè" userId="bc0d0fd32ca69c27" providerId="LiveId" clId="{B95D7766-B897-4EE2-8E3B-06A5BFEC6316}" dt="2026-02-18T06:36:34.388" v="3875" actId="478"/>
          <ac:picMkLst>
            <pc:docMk/>
            <pc:sldMk cId="3205363123" sldId="286"/>
            <ac:picMk id="19" creationId="{CD23452B-4BF6-4EB2-5E8B-4572398CC99B}"/>
          </ac:picMkLst>
        </pc:picChg>
        <pc:picChg chg="add del mod">
          <ac:chgData name="Linor Sadè" userId="bc0d0fd32ca69c27" providerId="LiveId" clId="{B95D7766-B897-4EE2-8E3B-06A5BFEC6316}" dt="2026-02-18T07:10:58.682" v="3972" actId="931"/>
          <ac:picMkLst>
            <pc:docMk/>
            <pc:sldMk cId="3205363123" sldId="286"/>
            <ac:picMk id="22" creationId="{1BE93843-DABA-A79A-307C-89CF6B8386EF}"/>
          </ac:picMkLst>
        </pc:picChg>
        <pc:picChg chg="add mod modCrop">
          <ac:chgData name="Linor Sadè" userId="bc0d0fd32ca69c27" providerId="LiveId" clId="{B95D7766-B897-4EE2-8E3B-06A5BFEC6316}" dt="2026-02-18T07:25:55.728" v="4130" actId="1076"/>
          <ac:picMkLst>
            <pc:docMk/>
            <pc:sldMk cId="3205363123" sldId="286"/>
            <ac:picMk id="24" creationId="{94D38622-849C-2D14-2696-16CA3E7D65D8}"/>
          </ac:picMkLst>
        </pc:picChg>
        <pc:picChg chg="add del mod">
          <ac:chgData name="Linor Sadè" userId="bc0d0fd32ca69c27" providerId="LiveId" clId="{B95D7766-B897-4EE2-8E3B-06A5BFEC6316}" dt="2026-02-18T07:19:56.562" v="4062" actId="931"/>
          <ac:picMkLst>
            <pc:docMk/>
            <pc:sldMk cId="3205363123" sldId="286"/>
            <ac:picMk id="29" creationId="{93354284-5ACB-CCE3-CF73-F486ED6202AD}"/>
          </ac:picMkLst>
        </pc:picChg>
        <pc:picChg chg="add mod modCrop">
          <ac:chgData name="Linor Sadè" userId="bc0d0fd32ca69c27" providerId="LiveId" clId="{B95D7766-B897-4EE2-8E3B-06A5BFEC6316}" dt="2026-02-18T07:24:10.225" v="4101" actId="1076"/>
          <ac:picMkLst>
            <pc:docMk/>
            <pc:sldMk cId="3205363123" sldId="286"/>
            <ac:picMk id="31" creationId="{29354012-DA4A-4DE4-0650-E5FDCACFE270}"/>
          </ac:picMkLst>
        </pc:picChg>
        <pc:inkChg chg="add mod">
          <ac:chgData name="Linor Sadè" userId="bc0d0fd32ca69c27" providerId="LiveId" clId="{B95D7766-B897-4EE2-8E3B-06A5BFEC6316}" dt="2026-02-18T07:40:49.092" v="4224" actId="692"/>
          <ac:inkMkLst>
            <pc:docMk/>
            <pc:sldMk cId="3205363123" sldId="286"/>
            <ac:inkMk id="36" creationId="{CD5B6E7E-9550-26BE-A1D7-4F2675D584D6}"/>
          </ac:inkMkLst>
        </pc:inkChg>
        <pc:inkChg chg="add del">
          <ac:chgData name="Linor Sadè" userId="bc0d0fd32ca69c27" providerId="LiveId" clId="{B95D7766-B897-4EE2-8E3B-06A5BFEC6316}" dt="2026-02-18T07:55:44.518" v="4227" actId="9405"/>
          <ac:inkMkLst>
            <pc:docMk/>
            <pc:sldMk cId="3205363123" sldId="286"/>
            <ac:inkMk id="37" creationId="{7A79246D-87D7-4E76-82CE-F99143311A97}"/>
          </ac:inkMkLst>
        </pc:inkChg>
        <pc:inkChg chg="add del">
          <ac:chgData name="Linor Sadè" userId="bc0d0fd32ca69c27" providerId="LiveId" clId="{B95D7766-B897-4EE2-8E3B-06A5BFEC6316}" dt="2026-02-18T07:55:46.311" v="4229" actId="9405"/>
          <ac:inkMkLst>
            <pc:docMk/>
            <pc:sldMk cId="3205363123" sldId="286"/>
            <ac:inkMk id="38" creationId="{29484516-D916-9475-D293-DCBD0B20D761}"/>
          </ac:inkMkLst>
        </pc:inkChg>
        <pc:inkChg chg="add mod">
          <ac:chgData name="Linor Sadè" userId="bc0d0fd32ca69c27" providerId="LiveId" clId="{B95D7766-B897-4EE2-8E3B-06A5BFEC6316}" dt="2026-02-18T07:55:52.686" v="4231" actId="692"/>
          <ac:inkMkLst>
            <pc:docMk/>
            <pc:sldMk cId="3205363123" sldId="286"/>
            <ac:inkMk id="39" creationId="{7F05277E-8EE5-F465-18C0-2EA281F1412E}"/>
          </ac:inkMkLst>
        </pc:inkChg>
        <pc:cxnChg chg="add mod">
          <ac:chgData name="Linor Sadè" userId="bc0d0fd32ca69c27" providerId="LiveId" clId="{B95D7766-B897-4EE2-8E3B-06A5BFEC6316}" dt="2026-02-18T07:25:03.599" v="4125" actId="1582"/>
          <ac:cxnSpMkLst>
            <pc:docMk/>
            <pc:sldMk cId="3205363123" sldId="286"/>
            <ac:cxnSpMk id="33" creationId="{AECCA5ED-F72D-2C31-26D7-3920B1B576B6}"/>
          </ac:cxnSpMkLst>
        </pc:cxnChg>
      </pc:sldChg>
      <pc:sldChg chg="add del">
        <pc:chgData name="Linor Sadè" userId="bc0d0fd32ca69c27" providerId="LiveId" clId="{B95D7766-B897-4EE2-8E3B-06A5BFEC6316}" dt="2026-02-18T07:30:45.872" v="4190" actId="47"/>
        <pc:sldMkLst>
          <pc:docMk/>
          <pc:sldMk cId="2691361288" sldId="287"/>
        </pc:sldMkLst>
      </pc:sldChg>
      <pc:sldChg chg="addSp delSp modSp add mod ord">
        <pc:chgData name="Linor Sadè" userId="bc0d0fd32ca69c27" providerId="LiveId" clId="{B95D7766-B897-4EE2-8E3B-06A5BFEC6316}" dt="2026-02-18T07:32:12.183" v="4210" actId="20577"/>
        <pc:sldMkLst>
          <pc:docMk/>
          <pc:sldMk cId="171084290" sldId="288"/>
        </pc:sldMkLst>
        <pc:spChg chg="mod">
          <ac:chgData name="Linor Sadè" userId="bc0d0fd32ca69c27" providerId="LiveId" clId="{B95D7766-B897-4EE2-8E3B-06A5BFEC6316}" dt="2026-02-18T07:28:58.803" v="4175" actId="20577"/>
          <ac:spMkLst>
            <pc:docMk/>
            <pc:sldMk cId="171084290" sldId="288"/>
            <ac:spMk id="3" creationId="{83350C27-BCF9-6A89-C800-03EE0A10A5EC}"/>
          </ac:spMkLst>
        </pc:spChg>
        <pc:spChg chg="add mod">
          <ac:chgData name="Linor Sadè" userId="bc0d0fd32ca69c27" providerId="LiveId" clId="{B95D7766-B897-4EE2-8E3B-06A5BFEC6316}" dt="2026-02-18T07:30:34.966" v="4189"/>
          <ac:spMkLst>
            <pc:docMk/>
            <pc:sldMk cId="171084290" sldId="288"/>
            <ac:spMk id="9" creationId="{37264D85-75B9-F0B3-C6C8-257F74B74FF3}"/>
          </ac:spMkLst>
        </pc:spChg>
        <pc:spChg chg="del">
          <ac:chgData name="Linor Sadè" userId="bc0d0fd32ca69c27" providerId="LiveId" clId="{B95D7766-B897-4EE2-8E3B-06A5BFEC6316}" dt="2026-02-18T07:30:27.635" v="4187" actId="478"/>
          <ac:spMkLst>
            <pc:docMk/>
            <pc:sldMk cId="171084290" sldId="288"/>
            <ac:spMk id="10" creationId="{5449F6B5-8083-BB01-217A-DA186D4A0BD6}"/>
          </ac:spMkLst>
        </pc:spChg>
        <pc:spChg chg="del">
          <ac:chgData name="Linor Sadè" userId="bc0d0fd32ca69c27" providerId="LiveId" clId="{B95D7766-B897-4EE2-8E3B-06A5BFEC6316}" dt="2026-02-18T07:30:28.645" v="4188" actId="478"/>
          <ac:spMkLst>
            <pc:docMk/>
            <pc:sldMk cId="171084290" sldId="288"/>
            <ac:spMk id="12" creationId="{376F5E4F-23F4-DE31-FCE9-64D2145FDEDD}"/>
          </ac:spMkLst>
        </pc:spChg>
        <pc:spChg chg="mod">
          <ac:chgData name="Linor Sadè" userId="bc0d0fd32ca69c27" providerId="LiveId" clId="{B95D7766-B897-4EE2-8E3B-06A5BFEC6316}" dt="2026-02-18T07:32:12.183" v="4210" actId="20577"/>
          <ac:spMkLst>
            <pc:docMk/>
            <pc:sldMk cId="171084290" sldId="288"/>
            <ac:spMk id="14" creationId="{749A3B13-208D-02D1-A9AD-F178DBC52D82}"/>
          </ac:spMkLst>
        </pc:spChg>
        <pc:picChg chg="del">
          <ac:chgData name="Linor Sadè" userId="bc0d0fd32ca69c27" providerId="LiveId" clId="{B95D7766-B897-4EE2-8E3B-06A5BFEC6316}" dt="2026-02-18T07:30:26.533" v="4186" actId="478"/>
          <ac:picMkLst>
            <pc:docMk/>
            <pc:sldMk cId="171084290" sldId="288"/>
            <ac:picMk id="2" creationId="{58AC1B38-5E22-8E7F-A045-FC3AFDBB8212}"/>
          </ac:picMkLst>
        </pc:picChg>
        <pc:picChg chg="del">
          <ac:chgData name="Linor Sadè" userId="bc0d0fd32ca69c27" providerId="LiveId" clId="{B95D7766-B897-4EE2-8E3B-06A5BFEC6316}" dt="2026-02-18T07:30:25.121" v="4185" actId="478"/>
          <ac:picMkLst>
            <pc:docMk/>
            <pc:sldMk cId="171084290" sldId="288"/>
            <ac:picMk id="7" creationId="{2B54AB5E-45E2-53AB-2C23-53B852193C86}"/>
          </ac:picMkLst>
        </pc:picChg>
      </pc:sldChg>
      <pc:sldChg chg="add del">
        <pc:chgData name="Linor Sadè" userId="bc0d0fd32ca69c27" providerId="LiveId" clId="{B95D7766-B897-4EE2-8E3B-06A5BFEC6316}" dt="2026-02-18T07:28:43.285" v="4135" actId="2890"/>
        <pc:sldMkLst>
          <pc:docMk/>
          <pc:sldMk cId="2763073111" sldId="288"/>
        </pc:sldMkLst>
      </pc:sldChg>
      <pc:sldChg chg="modSp mod setBg">
        <pc:chgData name="Linor Sadè" userId="bc0d0fd32ca69c27" providerId="LiveId" clId="{B95D7766-B897-4EE2-8E3B-06A5BFEC6316}" dt="2026-02-18T09:35:20.169" v="4307" actId="14100"/>
        <pc:sldMkLst>
          <pc:docMk/>
          <pc:sldMk cId="3216321017" sldId="289"/>
        </pc:sldMkLst>
        <pc:spChg chg="mod">
          <ac:chgData name="Linor Sadè" userId="bc0d0fd32ca69c27" providerId="LiveId" clId="{B95D7766-B897-4EE2-8E3B-06A5BFEC6316}" dt="2026-02-18T09:35:20.169" v="4307" actId="14100"/>
          <ac:spMkLst>
            <pc:docMk/>
            <pc:sldMk cId="3216321017" sldId="289"/>
            <ac:spMk id="11" creationId="{22DE8B13-5D4E-BB7B-A6C6-9811A7BACF4D}"/>
          </ac:spMkLst>
        </pc:spChg>
      </pc:sldChg>
      <pc:sldMasterChg chg="modSldLayout">
        <pc:chgData name="Linor Sadè" userId="bc0d0fd32ca69c27" providerId="LiveId" clId="{B95D7766-B897-4EE2-8E3B-06A5BFEC6316}" dt="2026-02-18T03:43:31.634" v="671" actId="735"/>
        <pc:sldMasterMkLst>
          <pc:docMk/>
          <pc:sldMasterMk cId="0" sldId="2147483648"/>
        </pc:sldMasterMkLst>
        <pc:sldLayoutChg chg="modSp">
          <pc:chgData name="Linor Sadè" userId="bc0d0fd32ca69c27" providerId="LiveId" clId="{B95D7766-B897-4EE2-8E3B-06A5BFEC6316}" dt="2026-02-18T03:43:31.634" v="671" actId="735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Utente guest" providerId="Windows Live" clId="Web-{7BDE0BC8-D1E1-9EC6-BF92-7F45FFBAA318}"/>
    <pc:docChg chg="modSld">
      <pc:chgData name="Utente guest" userId="" providerId="Windows Live" clId="Web-{7BDE0BC8-D1E1-9EC6-BF92-7F45FFBAA318}" dt="2026-02-18T16:15:37.797" v="40" actId="20577"/>
      <pc:docMkLst>
        <pc:docMk/>
      </pc:docMkLst>
      <pc:sldChg chg="modSp">
        <pc:chgData name="Utente guest" userId="" providerId="Windows Live" clId="Web-{7BDE0BC8-D1E1-9EC6-BF92-7F45FFBAA318}" dt="2026-02-18T16:15:37.797" v="40" actId="20577"/>
        <pc:sldMkLst>
          <pc:docMk/>
          <pc:sldMk cId="3216321017" sldId="289"/>
        </pc:sldMkLst>
        <pc:spChg chg="mod">
          <ac:chgData name="Utente guest" userId="" providerId="Windows Live" clId="Web-{7BDE0BC8-D1E1-9EC6-BF92-7F45FFBAA318}" dt="2026-02-18T16:15:37.797" v="40" actId="20577"/>
          <ac:spMkLst>
            <pc:docMk/>
            <pc:sldMk cId="3216321017" sldId="289"/>
            <ac:spMk id="7" creationId="{7F3C3514-4DDC-A128-D355-05329F929438}"/>
          </ac:spMkLst>
        </pc:spChg>
      </pc:sldChg>
      <pc:sldChg chg="modSp">
        <pc:chgData name="Utente guest" userId="" providerId="Windows Live" clId="Web-{7BDE0BC8-D1E1-9EC6-BF92-7F45FFBAA318}" dt="2026-02-18T16:15:30.500" v="33" actId="20577"/>
        <pc:sldMkLst>
          <pc:docMk/>
          <pc:sldMk cId="3545748878" sldId="290"/>
        </pc:sldMkLst>
        <pc:spChg chg="mod">
          <ac:chgData name="Utente guest" userId="" providerId="Windows Live" clId="Web-{7BDE0BC8-D1E1-9EC6-BF92-7F45FFBAA318}" dt="2026-02-18T16:15:30.500" v="33" actId="20577"/>
          <ac:spMkLst>
            <pc:docMk/>
            <pc:sldMk cId="3545748878" sldId="290"/>
            <ac:spMk id="7" creationId="{19E4FB6A-3310-1903-6941-65F27EAE236E}"/>
          </ac:spMkLst>
        </pc:spChg>
        <pc:graphicFrameChg chg="mod modGraphic">
          <ac:chgData name="Utente guest" userId="" providerId="Windows Live" clId="Web-{7BDE0BC8-D1E1-9EC6-BF92-7F45FFBAA318}" dt="2026-02-18T16:08:12.012" v="27"/>
          <ac:graphicFrameMkLst>
            <pc:docMk/>
            <pc:sldMk cId="3545748878" sldId="290"/>
            <ac:graphicFrameMk id="4" creationId="{E0D91E36-1797-2A76-459E-4228DACE2AF2}"/>
          </ac:graphicFrameMkLst>
        </pc:graphicFrameChg>
      </pc:sldChg>
    </pc:docChg>
  </pc:docChgLst>
  <pc:docChgLst>
    <pc:chgData name="Alberto Autiero" userId="250394c0357dec8e" providerId="Windows Live" clId="Web-{3C6E27CD-796C-50D9-A9FC-062EC411A2A6}"/>
    <pc:docChg chg="modSld">
      <pc:chgData name="Alberto Autiero" userId="250394c0357dec8e" providerId="Windows Live" clId="Web-{3C6E27CD-796C-50D9-A9FC-062EC411A2A6}" dt="2026-02-18T17:57:44.841" v="25" actId="20577"/>
      <pc:docMkLst>
        <pc:docMk/>
      </pc:docMkLst>
      <pc:sldChg chg="delSp modSp">
        <pc:chgData name="Alberto Autiero" userId="250394c0357dec8e" providerId="Windows Live" clId="Web-{3C6E27CD-796C-50D9-A9FC-062EC411A2A6}" dt="2026-02-18T17:57:29.575" v="13" actId="20577"/>
        <pc:sldMkLst>
          <pc:docMk/>
          <pc:sldMk cId="1680048534" sldId="282"/>
        </pc:sldMkLst>
        <pc:spChg chg="mod">
          <ac:chgData name="Alberto Autiero" userId="250394c0357dec8e" providerId="Windows Live" clId="Web-{3C6E27CD-796C-50D9-A9FC-062EC411A2A6}" dt="2026-02-18T17:57:29.575" v="13" actId="20577"/>
          <ac:spMkLst>
            <pc:docMk/>
            <pc:sldMk cId="1680048534" sldId="282"/>
            <ac:spMk id="12" creationId="{E957700C-C61A-1252-DCF2-0D2D48B8B1C0}"/>
          </ac:spMkLst>
        </pc:spChg>
        <pc:spChg chg="mod">
          <ac:chgData name="Alberto Autiero" userId="250394c0357dec8e" providerId="Windows Live" clId="Web-{3C6E27CD-796C-50D9-A9FC-062EC411A2A6}" dt="2026-02-18T17:57:20.653" v="6" actId="20577"/>
          <ac:spMkLst>
            <pc:docMk/>
            <pc:sldMk cId="1680048534" sldId="282"/>
            <ac:spMk id="21" creationId="{11ACA64D-8E24-D1AC-A5C7-9E2C2005A0BB}"/>
          </ac:spMkLst>
        </pc:spChg>
        <pc:picChg chg="del">
          <ac:chgData name="Alberto Autiero" userId="250394c0357dec8e" providerId="Windows Live" clId="Web-{3C6E27CD-796C-50D9-A9FC-062EC411A2A6}" dt="2026-02-18T17:16:26.669" v="0"/>
          <ac:picMkLst>
            <pc:docMk/>
            <pc:sldMk cId="1680048534" sldId="282"/>
            <ac:picMk id="2" creationId="{4DF57C14-6EB7-2F47-FC2A-96B26FE954E6}"/>
          </ac:picMkLst>
        </pc:picChg>
        <pc:picChg chg="del">
          <ac:chgData name="Alberto Autiero" userId="250394c0357dec8e" providerId="Windows Live" clId="Web-{3C6E27CD-796C-50D9-A9FC-062EC411A2A6}" dt="2026-02-18T17:16:27.981" v="1"/>
          <ac:picMkLst>
            <pc:docMk/>
            <pc:sldMk cId="1680048534" sldId="282"/>
            <ac:picMk id="7" creationId="{E37E2CFF-9AE8-DD19-76C2-FA3A61A4B28E}"/>
          </ac:picMkLst>
        </pc:picChg>
      </pc:sldChg>
      <pc:sldChg chg="modSp">
        <pc:chgData name="Alberto Autiero" userId="250394c0357dec8e" providerId="Windows Live" clId="Web-{3C6E27CD-796C-50D9-A9FC-062EC411A2A6}" dt="2026-02-18T17:57:44.841" v="25" actId="20577"/>
        <pc:sldMkLst>
          <pc:docMk/>
          <pc:sldMk cId="171084290" sldId="288"/>
        </pc:sldMkLst>
        <pc:spChg chg="mod">
          <ac:chgData name="Alberto Autiero" userId="250394c0357dec8e" providerId="Windows Live" clId="Web-{3C6E27CD-796C-50D9-A9FC-062EC411A2A6}" dt="2026-02-18T17:57:44.841" v="25" actId="20577"/>
          <ac:spMkLst>
            <pc:docMk/>
            <pc:sldMk cId="171084290" sldId="288"/>
            <ac:spMk id="9" creationId="{37264D85-75B9-F0B3-C6C8-257F74B74FF3}"/>
          </ac:spMkLst>
        </pc:spChg>
      </pc:sldChg>
    </pc:docChg>
  </pc:docChgLst>
  <pc:docChgLst>
    <pc:chgData name="Guest User" providerId="Windows Live" clId="Web-{52B4DD2D-76B3-9BF7-BE03-C84696848F8C}"/>
    <pc:docChg chg="modSld">
      <pc:chgData name="Guest User" userId="" providerId="Windows Live" clId="Web-{52B4DD2D-76B3-9BF7-BE03-C84696848F8C}" dt="2026-02-18T20:29:31.951" v="11" actId="20577"/>
      <pc:docMkLst>
        <pc:docMk/>
      </pc:docMkLst>
      <pc:sldChg chg="modSp">
        <pc:chgData name="Guest User" userId="" providerId="Windows Live" clId="Web-{52B4DD2D-76B3-9BF7-BE03-C84696848F8C}" dt="2026-02-18T20:29:31.951" v="11" actId="20577"/>
        <pc:sldMkLst>
          <pc:docMk/>
          <pc:sldMk cId="3161461020" sldId="276"/>
        </pc:sldMkLst>
        <pc:spChg chg="mod">
          <ac:chgData name="Guest User" userId="" providerId="Windows Live" clId="Web-{52B4DD2D-76B3-9BF7-BE03-C84696848F8C}" dt="2026-02-18T20:29:31.951" v="11" actId="20577"/>
          <ac:spMkLst>
            <pc:docMk/>
            <pc:sldMk cId="3161461020" sldId="276"/>
            <ac:spMk id="18" creationId="{D644E389-E1B4-4108-F275-48905D447113}"/>
          </ac:spMkLst>
        </pc:spChg>
      </pc:sldChg>
    </pc:docChg>
  </pc:docChgLst>
  <pc:docChgLst>
    <pc:chgData name="Guest User" providerId="Windows Live" clId="Web-{4A381B1F-EA96-9F1C-96F1-B63D45442BE3}"/>
    <pc:docChg chg="modSld modMainMaster">
      <pc:chgData name="Guest User" userId="" providerId="Windows Live" clId="Web-{4A381B1F-EA96-9F1C-96F1-B63D45442BE3}" dt="2026-02-18T08:56:36.908" v="593" actId="20577"/>
      <pc:docMkLst>
        <pc:docMk/>
      </pc:docMkLst>
      <pc:sldChg chg="addSp delSp modSp mod setBg">
        <pc:chgData name="Guest User" userId="" providerId="Windows Live" clId="Web-{4A381B1F-EA96-9F1C-96F1-B63D45442BE3}" dt="2026-02-18T08:56:36.908" v="593" actId="20577"/>
        <pc:sldMkLst>
          <pc:docMk/>
          <pc:sldMk cId="3161461020" sldId="276"/>
        </pc:sldMkLst>
        <pc:spChg chg="add">
          <ac:chgData name="Guest User" userId="" providerId="Windows Live" clId="Web-{4A381B1F-EA96-9F1C-96F1-B63D45442BE3}" dt="2026-02-18T08:25:46.250" v="2"/>
          <ac:spMkLst>
            <pc:docMk/>
            <pc:sldMk cId="3161461020" sldId="276"/>
            <ac:spMk id="3" creationId="{88E53AF6-6FD2-3C91-58E2-946DFD76267A}"/>
          </ac:spMkLst>
        </pc:spChg>
        <pc:spChg chg="mod">
          <ac:chgData name="Guest User" userId="" providerId="Windows Live" clId="Web-{4A381B1F-EA96-9F1C-96F1-B63D45442BE3}" dt="2026-02-18T08:34:59.230" v="89" actId="1076"/>
          <ac:spMkLst>
            <pc:docMk/>
            <pc:sldMk cId="3161461020" sldId="276"/>
            <ac:spMk id="6" creationId="{2AD933A2-B2B9-22ED-4DF8-95471540F4B1}"/>
          </ac:spMkLst>
        </pc:spChg>
        <pc:spChg chg="del">
          <ac:chgData name="Guest User" userId="" providerId="Windows Live" clId="Web-{4A381B1F-EA96-9F1C-96F1-B63D45442BE3}" dt="2026-02-18T08:28:08.316" v="25"/>
          <ac:spMkLst>
            <pc:docMk/>
            <pc:sldMk cId="3161461020" sldId="276"/>
            <ac:spMk id="7" creationId="{47B90C6B-EE84-4FC3-4208-B328F784FEC2}"/>
          </ac:spMkLst>
        </pc:spChg>
        <pc:spChg chg="mod">
          <ac:chgData name="Guest User" userId="" providerId="Windows Live" clId="Web-{4A381B1F-EA96-9F1C-96F1-B63D45442BE3}" dt="2026-02-18T08:56:36.908" v="593" actId="20577"/>
          <ac:spMkLst>
            <pc:docMk/>
            <pc:sldMk cId="3161461020" sldId="276"/>
            <ac:spMk id="8" creationId="{343B0B2C-E11E-51D9-9CE3-8E5001BA00D9}"/>
          </ac:spMkLst>
        </pc:spChg>
        <pc:spChg chg="add mod">
          <ac:chgData name="Guest User" userId="" providerId="Windows Live" clId="Web-{4A381B1F-EA96-9F1C-96F1-B63D45442BE3}" dt="2026-02-18T08:34:05.776" v="71" actId="20577"/>
          <ac:spMkLst>
            <pc:docMk/>
            <pc:sldMk cId="3161461020" sldId="276"/>
            <ac:spMk id="10" creationId="{A5D0D7CD-A7AF-5649-1344-B67CC18A264B}"/>
          </ac:spMkLst>
        </pc:spChg>
        <pc:spChg chg="add mod">
          <ac:chgData name="Guest User" userId="" providerId="Windows Live" clId="Web-{4A381B1F-EA96-9F1C-96F1-B63D45442BE3}" dt="2026-02-18T08:39:09.806" v="125" actId="14100"/>
          <ac:spMkLst>
            <pc:docMk/>
            <pc:sldMk cId="3161461020" sldId="276"/>
            <ac:spMk id="11" creationId="{5E328002-DB76-9BD6-E21C-972642AA2D85}"/>
          </ac:spMkLst>
        </pc:spChg>
        <pc:spChg chg="add mod">
          <ac:chgData name="Guest User" userId="" providerId="Windows Live" clId="Web-{4A381B1F-EA96-9F1C-96F1-B63D45442BE3}" dt="2026-02-18T08:39:33.402" v="130" actId="1076"/>
          <ac:spMkLst>
            <pc:docMk/>
            <pc:sldMk cId="3161461020" sldId="276"/>
            <ac:spMk id="12" creationId="{CDC84381-B71B-A7A9-FF28-D1B2281C20A3}"/>
          </ac:spMkLst>
        </pc:spChg>
        <pc:spChg chg="add mod">
          <ac:chgData name="Guest User" userId="" providerId="Windows Live" clId="Web-{4A381B1F-EA96-9F1C-96F1-B63D45442BE3}" dt="2026-02-18T08:39:35.730" v="131" actId="1076"/>
          <ac:spMkLst>
            <pc:docMk/>
            <pc:sldMk cId="3161461020" sldId="276"/>
            <ac:spMk id="13" creationId="{0C924805-E0C8-1A03-5624-348C9FF6BEE9}"/>
          </ac:spMkLst>
        </pc:spChg>
        <pc:spChg chg="add mod">
          <ac:chgData name="Guest User" userId="" providerId="Windows Live" clId="Web-{4A381B1F-EA96-9F1C-96F1-B63D45442BE3}" dt="2026-02-18T08:40:03.607" v="141" actId="1076"/>
          <ac:spMkLst>
            <pc:docMk/>
            <pc:sldMk cId="3161461020" sldId="276"/>
            <ac:spMk id="14" creationId="{1AAE360B-CC65-C42A-2F47-8199305F9C5D}"/>
          </ac:spMkLst>
        </pc:spChg>
        <pc:spChg chg="add mod">
          <ac:chgData name="Guest User" userId="" providerId="Windows Live" clId="Web-{4A381B1F-EA96-9F1C-96F1-B63D45442BE3}" dt="2026-02-18T08:40:11.232" v="142" actId="1076"/>
          <ac:spMkLst>
            <pc:docMk/>
            <pc:sldMk cId="3161461020" sldId="276"/>
            <ac:spMk id="15" creationId="{F1A46ED8-2C12-D4CD-B99A-756B7C9CC9D4}"/>
          </ac:spMkLst>
        </pc:spChg>
        <pc:spChg chg="add mod">
          <ac:chgData name="Guest User" userId="" providerId="Windows Live" clId="Web-{4A381B1F-EA96-9F1C-96F1-B63D45442BE3}" dt="2026-02-18T08:40:20.905" v="157" actId="20577"/>
          <ac:spMkLst>
            <pc:docMk/>
            <pc:sldMk cId="3161461020" sldId="276"/>
            <ac:spMk id="16" creationId="{FC68141F-3F91-2FEF-4DB0-9B0F464E58EC}"/>
          </ac:spMkLst>
        </pc:spChg>
        <pc:spChg chg="add mod">
          <ac:chgData name="Guest User" userId="" providerId="Windows Live" clId="Web-{4A381B1F-EA96-9F1C-96F1-B63D45442BE3}" dt="2026-02-18T08:55:08.651" v="591" actId="20577"/>
          <ac:spMkLst>
            <pc:docMk/>
            <pc:sldMk cId="3161461020" sldId="276"/>
            <ac:spMk id="17" creationId="{5EEE8E8F-0FAB-9B81-5BB6-8820274D1C89}"/>
          </ac:spMkLst>
        </pc:spChg>
        <pc:spChg chg="add mod">
          <ac:chgData name="Guest User" userId="" providerId="Windows Live" clId="Web-{4A381B1F-EA96-9F1C-96F1-B63D45442BE3}" dt="2026-02-18T08:51:39.580" v="577" actId="20577"/>
          <ac:spMkLst>
            <pc:docMk/>
            <pc:sldMk cId="3161461020" sldId="276"/>
            <ac:spMk id="18" creationId="{D644E389-E1B4-4108-F275-48905D447113}"/>
          </ac:spMkLst>
        </pc:spChg>
      </pc:sldChg>
      <pc:sldChg chg="delSp">
        <pc:chgData name="Guest User" userId="" providerId="Windows Live" clId="Web-{4A381B1F-EA96-9F1C-96F1-B63D45442BE3}" dt="2026-02-18T08:28:09.410" v="26"/>
        <pc:sldMkLst>
          <pc:docMk/>
          <pc:sldMk cId="3903266464" sldId="277"/>
        </pc:sldMkLst>
        <pc:spChg chg="del">
          <ac:chgData name="Guest User" userId="" providerId="Windows Live" clId="Web-{4A381B1F-EA96-9F1C-96F1-B63D45442BE3}" dt="2026-02-18T08:28:09.410" v="26"/>
          <ac:spMkLst>
            <pc:docMk/>
            <pc:sldMk cId="3903266464" sldId="277"/>
            <ac:spMk id="10" creationId="{C967D761-2380-82F6-D97F-96BACB739702}"/>
          </ac:spMkLst>
        </pc:spChg>
      </pc:sldChg>
      <pc:sldChg chg="delSp">
        <pc:chgData name="Guest User" userId="" providerId="Windows Live" clId="Web-{4A381B1F-EA96-9F1C-96F1-B63D45442BE3}" dt="2026-02-18T08:28:09.410" v="26"/>
        <pc:sldMkLst>
          <pc:docMk/>
          <pc:sldMk cId="306867253" sldId="278"/>
        </pc:sldMkLst>
        <pc:spChg chg="del">
          <ac:chgData name="Guest User" userId="" providerId="Windows Live" clId="Web-{4A381B1F-EA96-9F1C-96F1-B63D45442BE3}" dt="2026-02-18T08:28:09.410" v="26"/>
          <ac:spMkLst>
            <pc:docMk/>
            <pc:sldMk cId="306867253" sldId="278"/>
            <ac:spMk id="7" creationId="{F1500906-EE6D-6F49-656A-60D9346C8A7D}"/>
          </ac:spMkLst>
        </pc:spChg>
      </pc:sldChg>
      <pc:sldChg chg="delSp">
        <pc:chgData name="Guest User" userId="" providerId="Windows Live" clId="Web-{4A381B1F-EA96-9F1C-96F1-B63D45442BE3}" dt="2026-02-18T08:28:09.410" v="26"/>
        <pc:sldMkLst>
          <pc:docMk/>
          <pc:sldMk cId="1066741485" sldId="279"/>
        </pc:sldMkLst>
        <pc:spChg chg="del">
          <ac:chgData name="Guest User" userId="" providerId="Windows Live" clId="Web-{4A381B1F-EA96-9F1C-96F1-B63D45442BE3}" dt="2026-02-18T08:28:09.410" v="26"/>
          <ac:spMkLst>
            <pc:docMk/>
            <pc:sldMk cId="1066741485" sldId="279"/>
            <ac:spMk id="16" creationId="{5730A83C-1655-BE54-E1B1-BB3B27409CE2}"/>
          </ac:spMkLst>
        </pc:spChg>
      </pc:sldChg>
      <pc:sldChg chg="delSp">
        <pc:chgData name="Guest User" userId="" providerId="Windows Live" clId="Web-{4A381B1F-EA96-9F1C-96F1-B63D45442BE3}" dt="2026-02-18T08:28:09.410" v="26"/>
        <pc:sldMkLst>
          <pc:docMk/>
          <pc:sldMk cId="2800712264" sldId="283"/>
        </pc:sldMkLst>
        <pc:spChg chg="del">
          <ac:chgData name="Guest User" userId="" providerId="Windows Live" clId="Web-{4A381B1F-EA96-9F1C-96F1-B63D45442BE3}" dt="2026-02-18T08:28:09.410" v="26"/>
          <ac:spMkLst>
            <pc:docMk/>
            <pc:sldMk cId="2800712264" sldId="283"/>
            <ac:spMk id="8" creationId="{6F5D0A02-D68C-E52D-C4FE-56A7BA67DCD2}"/>
          </ac:spMkLst>
        </pc:spChg>
      </pc:sldChg>
      <pc:sldChg chg="modSp">
        <pc:chgData name="Guest User" userId="" providerId="Windows Live" clId="Web-{4A381B1F-EA96-9F1C-96F1-B63D45442BE3}" dt="2026-02-18T08:42:54.850" v="159" actId="20577"/>
        <pc:sldMkLst>
          <pc:docMk/>
          <pc:sldMk cId="171084290" sldId="288"/>
        </pc:sldMkLst>
        <pc:spChg chg="mod">
          <ac:chgData name="Guest User" userId="" providerId="Windows Live" clId="Web-{4A381B1F-EA96-9F1C-96F1-B63D45442BE3}" dt="2026-02-18T08:42:54.850" v="159" actId="20577"/>
          <ac:spMkLst>
            <pc:docMk/>
            <pc:sldMk cId="171084290" sldId="288"/>
            <ac:spMk id="9" creationId="{37264D85-75B9-F0B3-C6C8-257F74B74FF3}"/>
          </ac:spMkLst>
        </pc:spChg>
      </pc:sldChg>
      <pc:sldMasterChg chg="mod modSldLayout">
        <pc:chgData name="Guest User" userId="" providerId="Windows Live" clId="Web-{4A381B1F-EA96-9F1C-96F1-B63D45442BE3}" dt="2026-02-18T08:28:09.410" v="26"/>
        <pc:sldMasterMkLst>
          <pc:docMk/>
          <pc:sldMasterMk cId="0" sldId="2147483648"/>
        </pc:sldMasterMkLst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" providerId="Windows Live" clId="Web-{4A381B1F-EA96-9F1C-96F1-B63D45442BE3}" dt="2026-02-18T08:28:09.410" v="2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Utente guest" providerId="Windows Live" clId="Web-{B60FDE84-A7F7-DD14-3274-EB2D8E92C5FF}"/>
    <pc:docChg chg="modSld">
      <pc:chgData name="Utente guest" userId="" providerId="Windows Live" clId="Web-{B60FDE84-A7F7-DD14-3274-EB2D8E92C5FF}" dt="2026-02-18T16:47:18.095" v="5" actId="20577"/>
      <pc:docMkLst>
        <pc:docMk/>
      </pc:docMkLst>
      <pc:sldChg chg="modSp">
        <pc:chgData name="Utente guest" userId="" providerId="Windows Live" clId="Web-{B60FDE84-A7F7-DD14-3274-EB2D8E92C5FF}" dt="2026-02-18T16:47:11.580" v="2" actId="20577"/>
        <pc:sldMkLst>
          <pc:docMk/>
          <pc:sldMk cId="3216321017" sldId="289"/>
        </pc:sldMkLst>
        <pc:spChg chg="mod">
          <ac:chgData name="Utente guest" userId="" providerId="Windows Live" clId="Web-{B60FDE84-A7F7-DD14-3274-EB2D8E92C5FF}" dt="2026-02-18T16:47:11.580" v="2" actId="20577"/>
          <ac:spMkLst>
            <pc:docMk/>
            <pc:sldMk cId="3216321017" sldId="289"/>
            <ac:spMk id="7" creationId="{7F3C3514-4DDC-A128-D355-05329F929438}"/>
          </ac:spMkLst>
        </pc:spChg>
      </pc:sldChg>
      <pc:sldChg chg="modSp">
        <pc:chgData name="Utente guest" userId="" providerId="Windows Live" clId="Web-{B60FDE84-A7F7-DD14-3274-EB2D8E92C5FF}" dt="2026-02-18T16:47:18.095" v="5" actId="20577"/>
        <pc:sldMkLst>
          <pc:docMk/>
          <pc:sldMk cId="3545748878" sldId="290"/>
        </pc:sldMkLst>
        <pc:spChg chg="mod">
          <ac:chgData name="Utente guest" userId="" providerId="Windows Live" clId="Web-{B60FDE84-A7F7-DD14-3274-EB2D8E92C5FF}" dt="2026-02-18T16:47:18.095" v="5" actId="20577"/>
          <ac:spMkLst>
            <pc:docMk/>
            <pc:sldMk cId="3545748878" sldId="290"/>
            <ac:spMk id="7" creationId="{19E4FB6A-3310-1903-6941-65F27EAE236E}"/>
          </ac:spMkLst>
        </pc:spChg>
      </pc:sldChg>
    </pc:docChg>
  </pc:docChgLst>
  <pc:docChgLst>
    <pc:chgData name="Alberto Autiero" userId="250394c0357dec8e" providerId="Windows Live" clId="Web-{CB3CE667-729F-ED00-4157-0E6959BB3FC1}"/>
    <pc:docChg chg="modSld">
      <pc:chgData name="Alberto Autiero" userId="250394c0357dec8e" providerId="Windows Live" clId="Web-{CB3CE667-729F-ED00-4157-0E6959BB3FC1}" dt="2026-02-18T13:45:23.505" v="8"/>
      <pc:docMkLst>
        <pc:docMk/>
      </pc:docMkLst>
      <pc:sldChg chg="modSp">
        <pc:chgData name="Alberto Autiero" userId="250394c0357dec8e" providerId="Windows Live" clId="Web-{CB3CE667-729F-ED00-4157-0E6959BB3FC1}" dt="2026-02-18T13:44:06.110" v="0" actId="1076"/>
        <pc:sldMkLst>
          <pc:docMk/>
          <pc:sldMk cId="0" sldId="257"/>
        </pc:sldMkLst>
        <pc:spChg chg="mod">
          <ac:chgData name="Alberto Autiero" userId="250394c0357dec8e" providerId="Windows Live" clId="Web-{CB3CE667-729F-ED00-4157-0E6959BB3FC1}" dt="2026-02-18T13:44:06.110" v="0" actId="1076"/>
          <ac:spMkLst>
            <pc:docMk/>
            <pc:sldMk cId="0" sldId="257"/>
            <ac:spMk id="12" creationId="{3A2C17C2-72C8-34CA-E2D9-735801351B0D}"/>
          </ac:spMkLst>
        </pc:spChg>
      </pc:sldChg>
      <pc:sldChg chg="modSp">
        <pc:chgData name="Alberto Autiero" userId="250394c0357dec8e" providerId="Windows Live" clId="Web-{CB3CE667-729F-ED00-4157-0E6959BB3FC1}" dt="2026-02-18T13:44:53.066" v="4" actId="1076"/>
        <pc:sldMkLst>
          <pc:docMk/>
          <pc:sldMk cId="3903266464" sldId="277"/>
        </pc:sldMkLst>
        <pc:spChg chg="mod">
          <ac:chgData name="Alberto Autiero" userId="250394c0357dec8e" providerId="Windows Live" clId="Web-{CB3CE667-729F-ED00-4157-0E6959BB3FC1}" dt="2026-02-18T13:44:53.066" v="4" actId="1076"/>
          <ac:spMkLst>
            <pc:docMk/>
            <pc:sldMk cId="3903266464" sldId="277"/>
            <ac:spMk id="2" creationId="{3A2C17C2-72C8-34CA-E2D9-735801351B0D}"/>
          </ac:spMkLst>
        </pc:spChg>
      </pc:sldChg>
      <pc:sldChg chg="delSp modSp">
        <pc:chgData name="Alberto Autiero" userId="250394c0357dec8e" providerId="Windows Live" clId="Web-{CB3CE667-729F-ED00-4157-0E6959BB3FC1}" dt="2026-02-18T13:45:23.505" v="8"/>
        <pc:sldMkLst>
          <pc:docMk/>
          <pc:sldMk cId="2758833160" sldId="284"/>
        </pc:sldMkLst>
        <pc:spChg chg="del">
          <ac:chgData name="Alberto Autiero" userId="250394c0357dec8e" providerId="Windows Live" clId="Web-{CB3CE667-729F-ED00-4157-0E6959BB3FC1}" dt="2026-02-18T13:45:23.505" v="8"/>
          <ac:spMkLst>
            <pc:docMk/>
            <pc:sldMk cId="2758833160" sldId="284"/>
            <ac:spMk id="10" creationId="{1BFF1FA7-0304-FE73-B66A-BE3D31590C43}"/>
          </ac:spMkLst>
        </pc:spChg>
        <pc:spChg chg="del">
          <ac:chgData name="Alberto Autiero" userId="250394c0357dec8e" providerId="Windows Live" clId="Web-{CB3CE667-729F-ED00-4157-0E6959BB3FC1}" dt="2026-02-18T13:45:18.567" v="7"/>
          <ac:spMkLst>
            <pc:docMk/>
            <pc:sldMk cId="2758833160" sldId="284"/>
            <ac:spMk id="11" creationId="{D9E06CC7-172A-CD4C-A0E1-7E7F85730699}"/>
          </ac:spMkLst>
        </pc:spChg>
        <pc:picChg chg="mod">
          <ac:chgData name="Alberto Autiero" userId="250394c0357dec8e" providerId="Windows Live" clId="Web-{CB3CE667-729F-ED00-4157-0E6959BB3FC1}" dt="2026-02-18T13:45:11.505" v="6" actId="1076"/>
          <ac:picMkLst>
            <pc:docMk/>
            <pc:sldMk cId="2758833160" sldId="284"/>
            <ac:picMk id="7" creationId="{61DE1F50-968C-B6BF-C0AC-F445C4B438D3}"/>
          </ac:picMkLst>
        </pc:picChg>
      </pc:sldChg>
      <pc:sldChg chg="modSp">
        <pc:chgData name="Alberto Autiero" userId="250394c0357dec8e" providerId="Windows Live" clId="Web-{CB3CE667-729F-ED00-4157-0E6959BB3FC1}" dt="2026-02-18T13:44:44.534" v="3" actId="1076"/>
        <pc:sldMkLst>
          <pc:docMk/>
          <pc:sldMk cId="3216321017" sldId="289"/>
        </pc:sldMkLst>
        <pc:spChg chg="mod">
          <ac:chgData name="Alberto Autiero" userId="250394c0357dec8e" providerId="Windows Live" clId="Web-{CB3CE667-729F-ED00-4157-0E6959BB3FC1}" dt="2026-02-18T13:44:44.534" v="3" actId="1076"/>
          <ac:spMkLst>
            <pc:docMk/>
            <pc:sldMk cId="3216321017" sldId="289"/>
            <ac:spMk id="7" creationId="{7F3C3514-4DDC-A128-D355-05329F929438}"/>
          </ac:spMkLst>
        </pc:spChg>
      </pc:sldChg>
      <pc:sldChg chg="modSp">
        <pc:chgData name="Alberto Autiero" userId="250394c0357dec8e" providerId="Windows Live" clId="Web-{CB3CE667-729F-ED00-4157-0E6959BB3FC1}" dt="2026-02-18T13:44:33.456" v="1" actId="1076"/>
        <pc:sldMkLst>
          <pc:docMk/>
          <pc:sldMk cId="3545748878" sldId="290"/>
        </pc:sldMkLst>
        <pc:spChg chg="mod">
          <ac:chgData name="Alberto Autiero" userId="250394c0357dec8e" providerId="Windows Live" clId="Web-{CB3CE667-729F-ED00-4157-0E6959BB3FC1}" dt="2026-02-18T13:44:33.456" v="1" actId="1076"/>
          <ac:spMkLst>
            <pc:docMk/>
            <pc:sldMk cId="3545748878" sldId="290"/>
            <ac:spMk id="7" creationId="{19E4FB6A-3310-1903-6941-65F27EAE236E}"/>
          </ac:spMkLst>
        </pc:spChg>
      </pc:sldChg>
    </pc:docChg>
  </pc:docChgLst>
  <pc:docChgLst>
    <pc:chgData name="Utente guest" providerId="Windows Live" clId="Web-{BCC17169-7884-4CF3-8635-E2320A9C8322}"/>
    <pc:docChg chg="addSld modSld">
      <pc:chgData name="Utente guest" userId="" providerId="Windows Live" clId="Web-{BCC17169-7884-4CF3-8635-E2320A9C8322}" dt="2026-02-18T02:44:10.684" v="2"/>
      <pc:docMkLst>
        <pc:docMk/>
      </pc:docMkLst>
      <pc:sldChg chg="delSp modSp add replId">
        <pc:chgData name="Utente guest" userId="" providerId="Windows Live" clId="Web-{BCC17169-7884-4CF3-8635-E2320A9C8322}" dt="2026-02-18T02:44:10.684" v="2"/>
        <pc:sldMkLst>
          <pc:docMk/>
          <pc:sldMk cId="1066741485" sldId="279"/>
        </pc:sldMkLst>
        <pc:spChg chg="mod">
          <ac:chgData name="Utente guest" userId="" providerId="Windows Live" clId="Web-{BCC17169-7884-4CF3-8635-E2320A9C8322}" dt="2026-02-18T02:44:04.543" v="1" actId="14100"/>
          <ac:spMkLst>
            <pc:docMk/>
            <pc:sldMk cId="1066741485" sldId="279"/>
            <ac:spMk id="11" creationId="{2AB01FFF-2CF6-F93B-2368-ACC5C69D7575}"/>
          </ac:spMkLst>
        </pc:spChg>
        <pc:grpChg chg="del">
          <ac:chgData name="Utente guest" userId="" providerId="Windows Live" clId="Web-{BCC17169-7884-4CF3-8635-E2320A9C8322}" dt="2026-02-18T02:44:10.684" v="2"/>
          <ac:grpSpMkLst>
            <pc:docMk/>
            <pc:sldMk cId="1066741485" sldId="279"/>
            <ac:grpSpMk id="5" creationId="{1D8BAB1D-EE14-6C07-4FD9-9F8D5EA0A5C1}"/>
          </ac:grpSpMkLst>
        </pc:grpChg>
      </pc:sldChg>
    </pc:docChg>
  </pc:docChgLst>
  <pc:docChgLst>
    <pc:chgData name="Utente guest" providerId="Windows Live" clId="Web-{492ECB53-1E0B-E8AF-C511-951C6AE8ED14}"/>
    <pc:docChg chg="modSld">
      <pc:chgData name="Utente guest" userId="" providerId="Windows Live" clId="Web-{492ECB53-1E0B-E8AF-C511-951C6AE8ED14}" dt="2026-02-17T20:44:22.921" v="2" actId="14100"/>
      <pc:docMkLst>
        <pc:docMk/>
      </pc:docMkLst>
      <pc:sldChg chg="modSp">
        <pc:chgData name="Utente guest" userId="" providerId="Windows Live" clId="Web-{492ECB53-1E0B-E8AF-C511-951C6AE8ED14}" dt="2026-02-17T20:44:22.921" v="2" actId="14100"/>
        <pc:sldMkLst>
          <pc:docMk/>
          <pc:sldMk cId="3887135255" sldId="272"/>
        </pc:sldMkLst>
        <pc:spChg chg="mod">
          <ac:chgData name="Utente guest" userId="" providerId="Windows Live" clId="Web-{492ECB53-1E0B-E8AF-C511-951C6AE8ED14}" dt="2026-02-17T20:44:22.921" v="2" actId="14100"/>
          <ac:spMkLst>
            <pc:docMk/>
            <pc:sldMk cId="3887135255" sldId="272"/>
            <ac:spMk id="7" creationId="{587392E7-25AA-5C8B-B179-59FF6061F484}"/>
          </ac:spMkLst>
        </pc:spChg>
      </pc:sldChg>
    </pc:docChg>
  </pc:docChgLst>
  <pc:docChgLst>
    <pc:chgData name="Guest User" providerId="Windows Live" clId="Web-{616FD7DA-FFF4-441C-BB76-E0BABCB61185}"/>
    <pc:docChg chg="modSld">
      <pc:chgData name="Guest User" userId="" providerId="Windows Live" clId="Web-{616FD7DA-FFF4-441C-BB76-E0BABCB61185}" dt="2026-02-17T20:46:55.059" v="11"/>
      <pc:docMkLst>
        <pc:docMk/>
      </pc:docMkLst>
      <pc:sldChg chg="modSp">
        <pc:chgData name="Guest User" userId="" providerId="Windows Live" clId="Web-{616FD7DA-FFF4-441C-BB76-E0BABCB61185}" dt="2026-02-17T20:46:55.059" v="11"/>
        <pc:sldMkLst>
          <pc:docMk/>
          <pc:sldMk cId="0" sldId="257"/>
        </pc:sldMkLst>
        <pc:graphicFrameChg chg="mod modGraphic">
          <ac:chgData name="Guest User" userId="" providerId="Windows Live" clId="Web-{616FD7DA-FFF4-441C-BB76-E0BABCB61185}" dt="2026-02-17T20:46:55.059" v="11"/>
          <ac:graphicFrameMkLst>
            <pc:docMk/>
            <pc:sldMk cId="0" sldId="257"/>
            <ac:graphicFrameMk id="9" creationId="{F1DD467D-F790-0BBE-883B-A6AF2AAAF408}"/>
          </ac:graphicFrameMkLst>
        </pc:graphicFrameChg>
      </pc:sldChg>
    </pc:docChg>
  </pc:docChgLst>
  <pc:docChgLst>
    <pc:chgData name="Guest User" providerId="Windows Live" clId="Web-{45D9789D-213D-6B4D-30E2-34310DBE71E6}"/>
    <pc:docChg chg="modSld">
      <pc:chgData name="Guest User" userId="" providerId="Windows Live" clId="Web-{45D9789D-213D-6B4D-30E2-34310DBE71E6}" dt="2026-02-18T17:54:20.105" v="8" actId="20577"/>
      <pc:docMkLst>
        <pc:docMk/>
      </pc:docMkLst>
      <pc:sldChg chg="modSp">
        <pc:chgData name="Guest User" userId="" providerId="Windows Live" clId="Web-{45D9789D-213D-6B4D-30E2-34310DBE71E6}" dt="2026-02-18T17:53:22.932" v="4" actId="14100"/>
        <pc:sldMkLst>
          <pc:docMk/>
          <pc:sldMk cId="0" sldId="257"/>
        </pc:sldMkLst>
        <pc:spChg chg="mod">
          <ac:chgData name="Guest User" userId="" providerId="Windows Live" clId="Web-{45D9789D-213D-6B4D-30E2-34310DBE71E6}" dt="2026-02-18T17:53:22.932" v="4" actId="14100"/>
          <ac:spMkLst>
            <pc:docMk/>
            <pc:sldMk cId="0" sldId="257"/>
            <ac:spMk id="12" creationId="{3A2C17C2-72C8-34CA-E2D9-735801351B0D}"/>
          </ac:spMkLst>
        </pc:spChg>
      </pc:sldChg>
      <pc:sldChg chg="modSp">
        <pc:chgData name="Guest User" userId="" providerId="Windows Live" clId="Web-{45D9789D-213D-6B4D-30E2-34310DBE71E6}" dt="2026-02-18T17:53:16.979" v="3" actId="14100"/>
        <pc:sldMkLst>
          <pc:docMk/>
          <pc:sldMk cId="3161461020" sldId="276"/>
        </pc:sldMkLst>
        <pc:spChg chg="mod">
          <ac:chgData name="Guest User" userId="" providerId="Windows Live" clId="Web-{45D9789D-213D-6B4D-30E2-34310DBE71E6}" dt="2026-02-18T17:53:16.979" v="3" actId="14100"/>
          <ac:spMkLst>
            <pc:docMk/>
            <pc:sldMk cId="3161461020" sldId="276"/>
            <ac:spMk id="3" creationId="{88E53AF6-6FD2-3C91-58E2-946DFD76267A}"/>
          </ac:spMkLst>
        </pc:spChg>
        <pc:spChg chg="mod">
          <ac:chgData name="Guest User" userId="" providerId="Windows Live" clId="Web-{45D9789D-213D-6B4D-30E2-34310DBE71E6}" dt="2026-02-18T17:52:23.447" v="1" actId="1076"/>
          <ac:spMkLst>
            <pc:docMk/>
            <pc:sldMk cId="3161461020" sldId="276"/>
            <ac:spMk id="6" creationId="{2AD933A2-B2B9-22ED-4DF8-95471540F4B1}"/>
          </ac:spMkLst>
        </pc:spChg>
      </pc:sldChg>
      <pc:sldChg chg="modSp">
        <pc:chgData name="Guest User" userId="" providerId="Windows Live" clId="Web-{45D9789D-213D-6B4D-30E2-34310DBE71E6}" dt="2026-02-18T17:53:12.417" v="2" actId="14100"/>
        <pc:sldMkLst>
          <pc:docMk/>
          <pc:sldMk cId="3903266464" sldId="277"/>
        </pc:sldMkLst>
        <pc:spChg chg="mod">
          <ac:chgData name="Guest User" userId="" providerId="Windows Live" clId="Web-{45D9789D-213D-6B4D-30E2-34310DBE71E6}" dt="2026-02-18T17:53:12.417" v="2" actId="14100"/>
          <ac:spMkLst>
            <pc:docMk/>
            <pc:sldMk cId="3903266464" sldId="277"/>
            <ac:spMk id="2" creationId="{3A2C17C2-72C8-34CA-E2D9-735801351B0D}"/>
          </ac:spMkLst>
        </pc:spChg>
      </pc:sldChg>
      <pc:sldChg chg="modSp">
        <pc:chgData name="Guest User" userId="" providerId="Windows Live" clId="Web-{45D9789D-213D-6B4D-30E2-34310DBE71E6}" dt="2026-02-18T17:54:20.105" v="8" actId="20577"/>
        <pc:sldMkLst>
          <pc:docMk/>
          <pc:sldMk cId="171084290" sldId="288"/>
        </pc:sldMkLst>
        <pc:spChg chg="mod">
          <ac:chgData name="Guest User" userId="" providerId="Windows Live" clId="Web-{45D9789D-213D-6B4D-30E2-34310DBE71E6}" dt="2026-02-18T17:54:20.105" v="8" actId="20577"/>
          <ac:spMkLst>
            <pc:docMk/>
            <pc:sldMk cId="171084290" sldId="288"/>
            <ac:spMk id="9" creationId="{37264D85-75B9-F0B3-C6C8-257F74B74FF3}"/>
          </ac:spMkLst>
        </pc:spChg>
      </pc:sldChg>
      <pc:sldChg chg="modSp">
        <pc:chgData name="Guest User" userId="" providerId="Windows Live" clId="Web-{45D9789D-213D-6B4D-30E2-34310DBE71E6}" dt="2026-02-18T17:53:30.839" v="5" actId="14100"/>
        <pc:sldMkLst>
          <pc:docMk/>
          <pc:sldMk cId="3216321017" sldId="289"/>
        </pc:sldMkLst>
        <pc:spChg chg="mod">
          <ac:chgData name="Guest User" userId="" providerId="Windows Live" clId="Web-{45D9789D-213D-6B4D-30E2-34310DBE71E6}" dt="2026-02-18T17:53:30.839" v="5" actId="14100"/>
          <ac:spMkLst>
            <pc:docMk/>
            <pc:sldMk cId="3216321017" sldId="289"/>
            <ac:spMk id="7" creationId="{7F3C3514-4DDC-A128-D355-05329F929438}"/>
          </ac:spMkLst>
        </pc:spChg>
      </pc:sldChg>
      <pc:sldChg chg="modSp">
        <pc:chgData name="Guest User" userId="" providerId="Windows Live" clId="Web-{45D9789D-213D-6B4D-30E2-34310DBE71E6}" dt="2026-02-18T17:53:34.933" v="6" actId="14100"/>
        <pc:sldMkLst>
          <pc:docMk/>
          <pc:sldMk cId="3545748878" sldId="290"/>
        </pc:sldMkLst>
        <pc:spChg chg="mod">
          <ac:chgData name="Guest User" userId="" providerId="Windows Live" clId="Web-{45D9789D-213D-6B4D-30E2-34310DBE71E6}" dt="2026-02-18T17:53:34.933" v="6" actId="14100"/>
          <ac:spMkLst>
            <pc:docMk/>
            <pc:sldMk cId="3545748878" sldId="290"/>
            <ac:spMk id="7" creationId="{19E4FB6A-3310-1903-6941-65F27EAE236E}"/>
          </ac:spMkLst>
        </pc:spChg>
      </pc:sldChg>
    </pc:docChg>
  </pc:docChgLst>
  <pc:docChgLst>
    <pc:chgData name="Alberto Autiero" userId="250394c0357dec8e" providerId="Windows Live" clId="Web-{21713EAA-38C4-6C35-E323-E7098A6031F6}"/>
    <pc:docChg chg="modSld">
      <pc:chgData name="Alberto Autiero" userId="250394c0357dec8e" providerId="Windows Live" clId="Web-{21713EAA-38C4-6C35-E323-E7098A6031F6}" dt="2026-02-18T15:03:55.337" v="3" actId="20577"/>
      <pc:docMkLst>
        <pc:docMk/>
      </pc:docMkLst>
      <pc:sldChg chg="modSp">
        <pc:chgData name="Alberto Autiero" userId="250394c0357dec8e" providerId="Windows Live" clId="Web-{21713EAA-38C4-6C35-E323-E7098A6031F6}" dt="2026-02-18T15:03:07.690" v="0" actId="1076"/>
        <pc:sldMkLst>
          <pc:docMk/>
          <pc:sldMk cId="3161461020" sldId="276"/>
        </pc:sldMkLst>
        <pc:spChg chg="mod">
          <ac:chgData name="Alberto Autiero" userId="250394c0357dec8e" providerId="Windows Live" clId="Web-{21713EAA-38C4-6C35-E323-E7098A6031F6}" dt="2026-02-18T15:03:07.690" v="0" actId="1076"/>
          <ac:spMkLst>
            <pc:docMk/>
            <pc:sldMk cId="3161461020" sldId="276"/>
            <ac:spMk id="3" creationId="{88E53AF6-6FD2-3C91-58E2-946DFD76267A}"/>
          </ac:spMkLst>
        </pc:spChg>
      </pc:sldChg>
      <pc:sldChg chg="modSp">
        <pc:chgData name="Alberto Autiero" userId="250394c0357dec8e" providerId="Windows Live" clId="Web-{21713EAA-38C4-6C35-E323-E7098A6031F6}" dt="2026-02-18T15:03:24.240" v="2" actId="1076"/>
        <pc:sldMkLst>
          <pc:docMk/>
          <pc:sldMk cId="3903266464" sldId="277"/>
        </pc:sldMkLst>
        <pc:spChg chg="mod">
          <ac:chgData name="Alberto Autiero" userId="250394c0357dec8e" providerId="Windows Live" clId="Web-{21713EAA-38C4-6C35-E323-E7098A6031F6}" dt="2026-02-18T15:03:18.348" v="1" actId="1076"/>
          <ac:spMkLst>
            <pc:docMk/>
            <pc:sldMk cId="3903266464" sldId="277"/>
            <ac:spMk id="2" creationId="{3A2C17C2-72C8-34CA-E2D9-735801351B0D}"/>
          </ac:spMkLst>
        </pc:spChg>
        <pc:spChg chg="mod">
          <ac:chgData name="Alberto Autiero" userId="250394c0357dec8e" providerId="Windows Live" clId="Web-{21713EAA-38C4-6C35-E323-E7098A6031F6}" dt="2026-02-18T15:03:24.240" v="2" actId="1076"/>
          <ac:spMkLst>
            <pc:docMk/>
            <pc:sldMk cId="3903266464" sldId="277"/>
            <ac:spMk id="16" creationId="{807E0212-CD05-BD55-A142-61D49A5BA58B}"/>
          </ac:spMkLst>
        </pc:spChg>
      </pc:sldChg>
      <pc:sldChg chg="modSp">
        <pc:chgData name="Alberto Autiero" userId="250394c0357dec8e" providerId="Windows Live" clId="Web-{21713EAA-38C4-6C35-E323-E7098A6031F6}" dt="2026-02-18T15:03:55.337" v="3" actId="20577"/>
        <pc:sldMkLst>
          <pc:docMk/>
          <pc:sldMk cId="1066741485" sldId="279"/>
        </pc:sldMkLst>
        <pc:spChg chg="mod">
          <ac:chgData name="Alberto Autiero" userId="250394c0357dec8e" providerId="Windows Live" clId="Web-{21713EAA-38C4-6C35-E323-E7098A6031F6}" dt="2026-02-18T15:03:55.337" v="3" actId="20577"/>
          <ac:spMkLst>
            <pc:docMk/>
            <pc:sldMk cId="1066741485" sldId="279"/>
            <ac:spMk id="12" creationId="{F8A5A43C-B32A-6FDA-9DE0-B16BE85E2E4C}"/>
          </ac:spMkLst>
        </pc:spChg>
      </pc:sldChg>
    </pc:docChg>
  </pc:docChgLst>
  <pc:docChgLst>
    <pc:chgData name="Utente guest" providerId="Windows Live" clId="Web-{6E5A5160-6634-3DD5-A1C1-9E15A5AD1F0E}"/>
    <pc:docChg chg="modSld">
      <pc:chgData name="Utente guest" userId="" providerId="Windows Live" clId="Web-{6E5A5160-6634-3DD5-A1C1-9E15A5AD1F0E}" dt="2026-02-17T20:44:08.153" v="20"/>
      <pc:docMkLst>
        <pc:docMk/>
      </pc:docMkLst>
      <pc:sldChg chg="modSp">
        <pc:chgData name="Utente guest" userId="" providerId="Windows Live" clId="Web-{6E5A5160-6634-3DD5-A1C1-9E15A5AD1F0E}" dt="2026-02-17T20:44:08.153" v="20"/>
        <pc:sldMkLst>
          <pc:docMk/>
          <pc:sldMk cId="306867253" sldId="278"/>
        </pc:sldMkLst>
        <pc:spChg chg="mod">
          <ac:chgData name="Utente guest" userId="" providerId="Windows Live" clId="Web-{6E5A5160-6634-3DD5-A1C1-9E15A5AD1F0E}" dt="2026-02-17T20:26:05.294" v="19" actId="20577"/>
          <ac:spMkLst>
            <pc:docMk/>
            <pc:sldMk cId="306867253" sldId="278"/>
            <ac:spMk id="6" creationId="{B0F51ACA-F2EE-1AFD-FA56-006D184A1AD3}"/>
          </ac:spMkLst>
        </pc:spChg>
        <pc:graphicFrameChg chg="modGraphic">
          <ac:chgData name="Utente guest" userId="" providerId="Windows Live" clId="Web-{6E5A5160-6634-3DD5-A1C1-9E15A5AD1F0E}" dt="2026-02-17T20:44:08.153" v="20"/>
          <ac:graphicFrameMkLst>
            <pc:docMk/>
            <pc:sldMk cId="306867253" sldId="278"/>
            <ac:graphicFrameMk id="10" creationId="{F38B5841-F094-A81A-DA41-9D64B1B5EE02}"/>
          </ac:graphicFrameMkLst>
        </pc:graphicFrameChg>
      </pc:sldChg>
    </pc:docChg>
  </pc:docChgLst>
  <pc:docChgLst>
    <pc:chgData name="Utente guest" providerId="Windows Live" clId="Web-{859059CF-21FF-0DEC-6D13-72DAE0B886F4}"/>
    <pc:docChg chg="modSld">
      <pc:chgData name="Utente guest" userId="" providerId="Windows Live" clId="Web-{859059CF-21FF-0DEC-6D13-72DAE0B886F4}" dt="2026-02-17T20:38:31.959" v="21"/>
      <pc:docMkLst>
        <pc:docMk/>
      </pc:docMkLst>
      <pc:sldChg chg="modSp">
        <pc:chgData name="Utente guest" userId="" providerId="Windows Live" clId="Web-{859059CF-21FF-0DEC-6D13-72DAE0B886F4}" dt="2026-02-17T20:37:48.067" v="8"/>
        <pc:sldMkLst>
          <pc:docMk/>
          <pc:sldMk cId="306867253" sldId="278"/>
        </pc:sldMkLst>
        <pc:graphicFrameChg chg="modGraphic">
          <ac:chgData name="Utente guest" userId="" providerId="Windows Live" clId="Web-{859059CF-21FF-0DEC-6D13-72DAE0B886F4}" dt="2026-02-17T20:37:48.067" v="8"/>
          <ac:graphicFrameMkLst>
            <pc:docMk/>
            <pc:sldMk cId="306867253" sldId="278"/>
            <ac:graphicFrameMk id="10" creationId="{F38B5841-F094-A81A-DA41-9D64B1B5EE02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7:40:28.634"/>
    </inkml:context>
    <inkml:brush xml:id="br0">
      <inkml:brushProperty name="width" value="0.05" units="cm"/>
      <inkml:brushProperty name="height" value="0.05" units="cm"/>
      <inkml:brushProperty name="color" value="#2A84C0"/>
    </inkml:brush>
  </inkml:definitions>
  <inkml:trace contextRef="#ctx0" brushRef="#br0">175 14 24575,'-72'-7'0,"16"1"0,54 5 0,1 1 0,-1 0 0,0 1 0,0-1 0,1 0 0,-1 0 0,0 1 0,0-1 0,1 1 0,-1-1 0,0 1 0,1 0 0,-1 0 0,1 0 0,-1 0 0,1 0 0,-1 0 0,1 0 0,0 0 0,-1 0 0,1 1 0,0-1 0,0 0 0,0 1 0,0-1 0,0 1 0,0 0 0,1-1 0,-1 1 0,1 0 0,-1-1 0,1 1 0,-1 0 0,1-1 0,0 1 0,0 2 0,-2 8 0,2 1 0,0-1 0,1 0 0,2 15 0,-2-17 0,14 75 0,-15-82 0,1 0 0,-1 1 0,1-1 0,0 0 0,0 0 0,0 0 0,0 0 0,1 0 0,-1-1 0,1 1 0,0 0 0,0-1 0,0 1 0,0-1 0,0 1 0,5 2 0,0 0 0,1 0 0,0-1 0,0 0 0,13 5 0,7 3 0,-26-11-44,0 0 0,0 0 0,0 0 0,0 0 0,0 0 0,0-1 0,1 1 0,-1-1 0,0 1 0,1-1 0,-1 0 0,0 0 0,1 0 0,-1 0 0,0 0 0,1 0 0,-1-1 0,0 1-1,0-1 1,1 0 0,-1 1 0,0-1 0,0 0 0,0 0 0,0-1 0,0 1 0,0 0 0,0-1 0,0 1 0,2-4 0,0-3-6782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7:55:48.196"/>
    </inkml:context>
    <inkml:brush xml:id="br0">
      <inkml:brushProperty name="width" value="0.05" units="cm"/>
      <inkml:brushProperty name="height" value="0.05" units="cm"/>
      <inkml:brushProperty name="color" value="#2A84C0"/>
    </inkml:brush>
  </inkml:definitions>
  <inkml:trace contextRef="#ctx0" brushRef="#br0">17 0 24575,'2'79'0,"-4"84"0,-5-108 0,4-30 0,-1 35 0,3-23-42,0-24-223,0 0 1,1 0-1,1 0 0,4 22 1,-2-26-6562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5:16:30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5:16:30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5:16:30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08170C-5CFB-499E-8257-3D18EF4D2E0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B74F-0882-10E0-BB68-08C1B3060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844ED9A-6A76-FE3C-C806-B358205D8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CAFDE25-2CAC-ED95-DAFE-EB001CE79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CC5E9F-75B9-3755-FF37-CF03E19EA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08170C-5CFB-499E-8257-3D18EF4D2E0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05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3768-52EA-84F1-2A96-BF24ED069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FF984D-F5DE-B6AD-66C7-887BB431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837C232-8006-DEED-11A9-976D88374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D5C0BD-DAC4-89E3-B69F-1090224AC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3435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277C7-774E-E513-D862-E49A1B4F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BFB5ACF-A09F-F03C-6084-39501E0EA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F9CF103-4656-BCD7-D18A-F92985C25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889475-F065-081E-E8AB-A6528F718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31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9422-9ED9-3386-7780-4730FAA5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8A1EC88-6AF9-814A-8C03-8444A1262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F2FDC21-CA8F-CC97-092D-A38E1FC0B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128895-0570-9AA7-5034-1057325BB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93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F4F3-6179-9F39-053E-8F4A7164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F4DE464-0AB3-4018-3438-CF651B5D9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183B99A-2645-A934-F47D-4EE8C96B1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9058F2-AA9B-EC32-A46A-28DC635F6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08170C-5CFB-499E-8257-3D18EF4D2E0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80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F6F7-88DC-E72E-3CFA-AD4E6486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2067189-0CA7-5825-DB9D-95447D90E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2EF846-0E74-54CD-1254-1E928C1B6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A155DF-27D3-4C66-D3A2-F02DA9936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687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36E4-3525-3E78-439B-18507999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3980AF-A41B-7095-D781-D740DD1E0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44EB5CE-F43D-6D55-884E-74E524614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DCA36B-C317-D179-33A1-8A7C96F1B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749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bugbusters.unipd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customXml" Target="../ink/ink2.xml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8574-71A5-7579-125F-A03B942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D0354FB-6652-1AB3-BB22-B8A78B2A8C3F}"/>
              </a:ext>
            </a:extLst>
          </p:cNvPr>
          <p:cNvSpPr/>
          <p:nvPr/>
        </p:nvSpPr>
        <p:spPr>
          <a:xfrm>
            <a:off x="13440229" y="1128870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5A43C-B32A-6FDA-9DE0-B16BE85E2E4C}"/>
              </a:ext>
            </a:extLst>
          </p:cNvPr>
          <p:cNvSpPr txBox="1"/>
          <p:nvPr/>
        </p:nvSpPr>
        <p:spPr>
          <a:xfrm>
            <a:off x="574731" y="9158130"/>
            <a:ext cx="140905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 </a:t>
            </a: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bugbusters.unipd@gmail.com</a:t>
            </a:r>
            <a:endParaRPr lang="it-IT" sz="2800" noProof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C4BBFD6-8CFA-2491-F85A-138C11E6E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5" y="101600"/>
            <a:ext cx="4259589" cy="42595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08B48BB-4431-9D32-F71A-097BB2431844}"/>
              </a:ext>
            </a:extLst>
          </p:cNvPr>
          <p:cNvSpPr txBox="1"/>
          <p:nvPr/>
        </p:nvSpPr>
        <p:spPr>
          <a:xfrm>
            <a:off x="13440229" y="3684670"/>
            <a:ext cx="11775719" cy="1890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RTB </a:t>
            </a:r>
            <a:r>
              <a:rPr lang="it-IT" sz="9600" b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2096D5D-DB21-53E0-3861-32B8BF451F0D}"/>
              </a:ext>
            </a:extLst>
          </p:cNvPr>
          <p:cNvSpPr txBox="1"/>
          <p:nvPr/>
        </p:nvSpPr>
        <p:spPr>
          <a:xfrm>
            <a:off x="7117080" y="4888560"/>
            <a:ext cx="11522445" cy="153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4800" b="1" err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BugBusters</a:t>
            </a:r>
            <a:r>
              <a:rPr lang="it-IT" sz="4800" b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r>
              <a:rPr lang="it-IT" sz="4800" b="1" noProof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gruppo 4 – A.A 2025-2026</a:t>
            </a:r>
          </a:p>
        </p:txBody>
      </p:sp>
      <p:pic>
        <p:nvPicPr>
          <p:cNvPr id="19" name="Immagine 18" descr="Immagine che contiene testo, emblema, simbolo, moneta&#10;&#10;Il contenuto generato dall'IA potrebbe non essere corretto.">
            <a:extLst>
              <a:ext uri="{FF2B5EF4-FFF2-40B4-BE49-F238E27FC236}">
                <a16:creationId xmlns:a16="http://schemas.microsoft.com/office/drawing/2014/main" id="{2EC70E5D-850D-B50B-EB21-19350D9B4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927" y="7915702"/>
            <a:ext cx="1672092" cy="167209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CCCA347-0A00-6B8B-9E89-704BAF7757C4}"/>
              </a:ext>
            </a:extLst>
          </p:cNvPr>
          <p:cNvSpPr txBox="1"/>
          <p:nvPr/>
        </p:nvSpPr>
        <p:spPr>
          <a:xfrm>
            <a:off x="477158" y="8189265"/>
            <a:ext cx="130240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3200" noProof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Alberto Autiero, Marco Favero, Alberto Pignat, Marco Piro, Linor Sadè, Leonardo Salviato, Luca Slongo</a:t>
            </a:r>
          </a:p>
        </p:txBody>
      </p:sp>
    </p:spTree>
    <p:extLst>
      <p:ext uri="{BB962C8B-B14F-4D97-AF65-F5344CB8AC3E}">
        <p14:creationId xmlns:p14="http://schemas.microsoft.com/office/powerpoint/2010/main" val="106674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19C9A-69B4-DE3B-DFD8-0882A4A6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5588580F-844B-B2DA-0A26-8E3308589F94}"/>
              </a:ext>
            </a:extLst>
          </p:cNvPr>
          <p:cNvSpPr/>
          <p:nvPr/>
        </p:nvSpPr>
        <p:spPr>
          <a:xfrm>
            <a:off x="975360" y="4824100"/>
            <a:ext cx="16257631" cy="4849586"/>
          </a:xfrm>
          <a:prstGeom prst="rect">
            <a:avLst/>
          </a:prstGeom>
          <a:solidFill>
            <a:srgbClr val="FFFA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064F82F-6ED1-D553-5287-52BB61A55752}"/>
              </a:ext>
            </a:extLst>
          </p:cNvPr>
          <p:cNvSpPr/>
          <p:nvPr/>
        </p:nvSpPr>
        <p:spPr>
          <a:xfrm>
            <a:off x="13440229" y="1128870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9AEC884-3346-13DE-17DD-A38CFFC84DA2}"/>
              </a:ext>
            </a:extLst>
          </p:cNvPr>
          <p:cNvSpPr txBox="1"/>
          <p:nvPr/>
        </p:nvSpPr>
        <p:spPr>
          <a:xfrm>
            <a:off x="13440229" y="3684670"/>
            <a:ext cx="11775719" cy="1890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r>
              <a:rPr lang="it-IT" sz="9600" b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777261D-1AD4-B1B9-5421-429D951E8BF5}"/>
              </a:ext>
            </a:extLst>
          </p:cNvPr>
          <p:cNvSpPr txBox="1"/>
          <p:nvPr/>
        </p:nvSpPr>
        <p:spPr>
          <a:xfrm>
            <a:off x="-3941639" y="0"/>
            <a:ext cx="14365410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Il capitolato</a:t>
            </a:r>
          </a:p>
        </p:txBody>
      </p:sp>
      <p:pic>
        <p:nvPicPr>
          <p:cNvPr id="4" name="Immagine 3" descr="Immagine che contiene Carattere, Elementi grafici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890242A5-8CC1-FEF1-A360-9B6B4F250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162" y="2293964"/>
            <a:ext cx="4008898" cy="1811312"/>
          </a:xfrm>
          <a:prstGeom prst="rect">
            <a:avLst/>
          </a:prstGeom>
        </p:spPr>
      </p:pic>
      <p:pic>
        <p:nvPicPr>
          <p:cNvPr id="15" name="Immagine 14" descr="Immagine che contiene Elementi grafici, clipart, grafica, Carattere&#10;&#10;Il contenuto generato dall'IA potrebbe non essere corretto.">
            <a:extLst>
              <a:ext uri="{FF2B5EF4-FFF2-40B4-BE49-F238E27FC236}">
                <a16:creationId xmlns:a16="http://schemas.microsoft.com/office/drawing/2014/main" id="{02BF439C-45B0-ABA1-9CF1-388AEB51F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659" y="2802516"/>
            <a:ext cx="2083220" cy="1577340"/>
          </a:xfrm>
          <a:prstGeom prst="rect">
            <a:avLst/>
          </a:prstGeom>
        </p:spPr>
      </p:pic>
      <p:pic>
        <p:nvPicPr>
          <p:cNvPr id="17" name="Immagine 16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39E97C48-A9CB-7EF5-4BCB-373FEF88B5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3" b="25040"/>
          <a:stretch>
            <a:fillRect/>
          </a:stretch>
        </p:blipFill>
        <p:spPr>
          <a:xfrm>
            <a:off x="10790518" y="2551471"/>
            <a:ext cx="3118652" cy="1697705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6E53A7E-F4B6-3667-A24F-108A9F4EEF4B}"/>
              </a:ext>
            </a:extLst>
          </p:cNvPr>
          <p:cNvSpPr txBox="1"/>
          <p:nvPr/>
        </p:nvSpPr>
        <p:spPr>
          <a:xfrm>
            <a:off x="1002836" y="4948583"/>
            <a:ext cx="15947048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4528" lvl="1">
              <a:lnSpc>
                <a:spcPct val="150000"/>
              </a:lnSpc>
            </a:pPr>
            <a:r>
              <a:rPr lang="it-IT" sz="3600" b="1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2 moduli: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94D38622-849C-2D14-2696-16CA3E7D65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601" b="26885"/>
          <a:stretch>
            <a:fillRect/>
          </a:stretch>
        </p:blipFill>
        <p:spPr>
          <a:xfrm>
            <a:off x="719729" y="5690254"/>
            <a:ext cx="8738323" cy="2826216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EBDBC83-117C-58AC-806F-18941F657912}"/>
              </a:ext>
            </a:extLst>
          </p:cNvPr>
          <p:cNvSpPr txBox="1"/>
          <p:nvPr/>
        </p:nvSpPr>
        <p:spPr>
          <a:xfrm>
            <a:off x="1285943" y="8437466"/>
            <a:ext cx="15947048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4528" lvl="1">
              <a:lnSpc>
                <a:spcPct val="150000"/>
              </a:lnSpc>
            </a:pPr>
            <a:r>
              <a:rPr lang="it-IT" sz="3600" b="1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1. Ai Assistant Generativo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3E0BFD6-57F9-1E60-9B4D-EBE2568D6E15}"/>
              </a:ext>
            </a:extLst>
          </p:cNvPr>
          <p:cNvSpPr txBox="1"/>
          <p:nvPr/>
        </p:nvSpPr>
        <p:spPr>
          <a:xfrm>
            <a:off x="10465793" y="8485183"/>
            <a:ext cx="15947048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4528" lvl="1">
              <a:lnSpc>
                <a:spcPct val="150000"/>
              </a:lnSpc>
            </a:pPr>
            <a:r>
              <a:rPr lang="it-IT" sz="3600" b="1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2. Ai Co-pilot per </a:t>
            </a:r>
            <a:r>
              <a:rPr lang="it-IT" sz="3600" b="1" err="1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CdL</a:t>
            </a:r>
            <a:endParaRPr lang="it-IT" sz="3600" b="1">
              <a:solidFill>
                <a:srgbClr val="2A84C0"/>
              </a:solidFill>
              <a:latin typeface="Arial" panose="020B0604020202020204" pitchFamily="34" charset="0"/>
              <a:ea typeface="Overpass"/>
              <a:cs typeface="Arial" panose="020B0604020202020204" pitchFamily="34" charset="0"/>
              <a:sym typeface="Overpass"/>
            </a:endParaRP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29354012-DA4A-4DE4-0650-E5FDCACFE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00" r="10400"/>
          <a:stretch/>
        </p:blipFill>
        <p:spPr>
          <a:xfrm>
            <a:off x="9413380" y="4899831"/>
            <a:ext cx="7819611" cy="4071650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AECCA5ED-F72D-2C31-26D7-3920B1B576B6}"/>
              </a:ext>
            </a:extLst>
          </p:cNvPr>
          <p:cNvCxnSpPr/>
          <p:nvPr/>
        </p:nvCxnSpPr>
        <p:spPr>
          <a:xfrm>
            <a:off x="9144000" y="5143500"/>
            <a:ext cx="0" cy="4162357"/>
          </a:xfrm>
          <a:prstGeom prst="line">
            <a:avLst/>
          </a:prstGeom>
          <a:ln w="38100">
            <a:solidFill>
              <a:srgbClr val="2A84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4FBB9C0A-B86D-27FC-0544-5C27B3D83C75}"/>
              </a:ext>
            </a:extLst>
          </p:cNvPr>
          <p:cNvSpPr txBox="1"/>
          <p:nvPr/>
        </p:nvSpPr>
        <p:spPr>
          <a:xfrm>
            <a:off x="13086242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4000">
                <a:solidFill>
                  <a:schemeClr val="bg1"/>
                </a:solidFill>
                <a:latin typeface="Calibri"/>
              </a:rPr>
              <a:t>1/11</a:t>
            </a:r>
            <a:endParaRPr lang="it-IT" sz="4000" kern="1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>
              <a:solidFill>
                <a:schemeClr val="bg1"/>
              </a:solidFill>
            </a:endParaRP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BFFCD83A-8DFD-7250-0E96-BB791B2275F5}"/>
              </a:ext>
            </a:extLst>
          </p:cNvPr>
          <p:cNvSpPr/>
          <p:nvPr/>
        </p:nvSpPr>
        <p:spPr>
          <a:xfrm>
            <a:off x="12867640" y="7665720"/>
            <a:ext cx="96520" cy="177800"/>
          </a:xfrm>
          <a:prstGeom prst="rect">
            <a:avLst/>
          </a:prstGeom>
          <a:solidFill>
            <a:srgbClr val="FFFA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6" name="Input penna 35">
                <a:extLst>
                  <a:ext uri="{FF2B5EF4-FFF2-40B4-BE49-F238E27FC236}">
                    <a16:creationId xmlns:a16="http://schemas.microsoft.com/office/drawing/2014/main" id="{CD5B6E7E-9550-26BE-A1D7-4F2675D584D6}"/>
                  </a:ext>
                </a:extLst>
              </p14:cNvPr>
              <p14:cNvContentPartPr/>
              <p14:nvPr/>
            </p14:nvContentPartPr>
            <p14:xfrm>
              <a:off x="12875720" y="7696120"/>
              <a:ext cx="72720" cy="111960"/>
            </p14:xfrm>
          </p:contentPart>
        </mc:Choice>
        <mc:Fallback>
          <p:pic>
            <p:nvPicPr>
              <p:cNvPr id="36" name="Input penna 35">
                <a:extLst>
                  <a:ext uri="{FF2B5EF4-FFF2-40B4-BE49-F238E27FC236}">
                    <a16:creationId xmlns:a16="http://schemas.microsoft.com/office/drawing/2014/main" id="{CD5B6E7E-9550-26BE-A1D7-4F2675D584D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66720" y="7687120"/>
                <a:ext cx="903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9" name="Input penna 38">
                <a:extLst>
                  <a:ext uri="{FF2B5EF4-FFF2-40B4-BE49-F238E27FC236}">
                    <a16:creationId xmlns:a16="http://schemas.microsoft.com/office/drawing/2014/main" id="{7F05277E-8EE5-F465-18C0-2EA281F1412E}"/>
                  </a:ext>
                </a:extLst>
              </p14:cNvPr>
              <p14:cNvContentPartPr/>
              <p14:nvPr/>
            </p14:nvContentPartPr>
            <p14:xfrm>
              <a:off x="9356120" y="7259240"/>
              <a:ext cx="6840" cy="185760"/>
            </p14:xfrm>
          </p:contentPart>
        </mc:Choice>
        <mc:Fallback>
          <p:pic>
            <p:nvPicPr>
              <p:cNvPr id="39" name="Input penna 38">
                <a:extLst>
                  <a:ext uri="{FF2B5EF4-FFF2-40B4-BE49-F238E27FC236}">
                    <a16:creationId xmlns:a16="http://schemas.microsoft.com/office/drawing/2014/main" id="{7F05277E-8EE5-F465-18C0-2EA281F1412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47570" y="7250240"/>
                <a:ext cx="23598" cy="2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5363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A2C17C2-72C8-34CA-E2D9-735801351B0D}"/>
              </a:ext>
            </a:extLst>
          </p:cNvPr>
          <p:cNvSpPr/>
          <p:nvPr/>
        </p:nvSpPr>
        <p:spPr>
          <a:xfrm>
            <a:off x="-633557" y="2219510"/>
            <a:ext cx="17645107" cy="984821"/>
          </a:xfrm>
          <a:prstGeom prst="round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916433" y="247876"/>
            <a:ext cx="13917167" cy="1726067"/>
            <a:chOff x="-1056640" y="207564"/>
            <a:chExt cx="23422050" cy="417813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marR="0" lvl="1" indent="-34290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it-IT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056640" y="207564"/>
              <a:ext cx="23422050" cy="3860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521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it-IT" sz="50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784312" y="2218123"/>
            <a:ext cx="15773400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4528" lvl="1">
              <a:lnSpc>
                <a:spcPct val="150000"/>
              </a:lnSpc>
              <a:defRPr/>
            </a:pPr>
            <a:r>
              <a:rPr kumimoji="0" lang="it-IT" sz="3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Analisi dei Requisiti: abbiamo trovato molti requisiti impliciti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F1DD467D-F790-0BBE-883B-A6AF2AAAF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937478"/>
              </p:ext>
            </p:extLst>
          </p:nvPr>
        </p:nvGraphicFramePr>
        <p:xfrm>
          <a:off x="2073962" y="4174519"/>
          <a:ext cx="12216909" cy="447484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687812">
                  <a:extLst>
                    <a:ext uri="{9D8B030D-6E8A-4147-A177-3AD203B41FA5}">
                      <a16:colId xmlns:a16="http://schemas.microsoft.com/office/drawing/2014/main" val="3835509842"/>
                    </a:ext>
                  </a:extLst>
                </a:gridCol>
                <a:gridCol w="2366288">
                  <a:extLst>
                    <a:ext uri="{9D8B030D-6E8A-4147-A177-3AD203B41FA5}">
                      <a16:colId xmlns:a16="http://schemas.microsoft.com/office/drawing/2014/main" val="2437700987"/>
                    </a:ext>
                  </a:extLst>
                </a:gridCol>
                <a:gridCol w="2366288">
                  <a:extLst>
                    <a:ext uri="{9D8B030D-6E8A-4147-A177-3AD203B41FA5}">
                      <a16:colId xmlns:a16="http://schemas.microsoft.com/office/drawing/2014/main" val="2592525380"/>
                    </a:ext>
                  </a:extLst>
                </a:gridCol>
                <a:gridCol w="2796521">
                  <a:extLst>
                    <a:ext uri="{9D8B030D-6E8A-4147-A177-3AD203B41FA5}">
                      <a16:colId xmlns:a16="http://schemas.microsoft.com/office/drawing/2014/main" val="275588647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FFFFFF"/>
                          </a:solidFill>
                          <a:effectLst/>
                        </a:rPr>
                        <a:t>Categoria Requisito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FFFFFF"/>
                          </a:solidFill>
                          <a:effectLst/>
                        </a:rPr>
                        <a:t>Tipo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FFFFFF"/>
                          </a:solidFill>
                          <a:effectLst/>
                        </a:rPr>
                        <a:t>Quantità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FFFFFF"/>
                          </a:solidFill>
                          <a:effectLst/>
                        </a:rPr>
                        <a:t>Totale Categoria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989477"/>
                  </a:ext>
                </a:extLst>
              </a:tr>
              <a:tr h="43891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3200" u="none" strike="noStrike">
                          <a:solidFill>
                            <a:srgbClr val="000000"/>
                          </a:solidFill>
                          <a:effectLst/>
                        </a:rPr>
                        <a:t>Requisiti Funzionali (RF)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2A84C0"/>
                          </a:solidFill>
                          <a:effectLst/>
                        </a:rPr>
                        <a:t>Obbligatori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97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256522"/>
                  </a:ext>
                </a:extLst>
              </a:tr>
              <a:tr h="43891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2A84C0"/>
                          </a:solidFill>
                          <a:effectLst/>
                        </a:rPr>
                        <a:t>Opzionali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35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132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2488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Requisiti di Qualità (RQ)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2A84C0"/>
                          </a:solidFill>
                          <a:effectLst/>
                        </a:rPr>
                        <a:t>Obbligatori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6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6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610654"/>
                  </a:ext>
                </a:extLst>
              </a:tr>
              <a:tr h="43891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3200" u="none" strike="noStrike">
                          <a:solidFill>
                            <a:srgbClr val="000000"/>
                          </a:solidFill>
                          <a:effectLst/>
                        </a:rPr>
                        <a:t>Requisiti di Vincolo (RV)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2A84C0"/>
                          </a:solidFill>
                          <a:effectLst/>
                        </a:rPr>
                        <a:t>Obbligatori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5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632447"/>
                  </a:ext>
                </a:extLst>
              </a:tr>
              <a:tr h="43891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2A84C0"/>
                          </a:solidFill>
                          <a:effectLst/>
                        </a:rPr>
                        <a:t>Opzionali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1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6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286880"/>
                  </a:ext>
                </a:extLst>
              </a:tr>
              <a:tr h="43891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3200" u="none" strike="noStrike">
                          <a:solidFill>
                            <a:srgbClr val="000000"/>
                          </a:solidFill>
                          <a:effectLst/>
                        </a:rPr>
                        <a:t>Requisiti Prestazionali (RP)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2A84C0"/>
                          </a:solidFill>
                          <a:effectLst/>
                        </a:rPr>
                        <a:t>Obbligatori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5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238322"/>
                  </a:ext>
                </a:extLst>
              </a:tr>
              <a:tr h="43891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2A84C0"/>
                          </a:solidFill>
                          <a:effectLst/>
                        </a:rPr>
                        <a:t>Desiderabili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3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8</a:t>
                      </a:r>
                      <a:endParaRPr lang="it-IT" sz="32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6048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FFFFFF"/>
                          </a:solidFill>
                          <a:effectLst/>
                        </a:rPr>
                        <a:t>TOTALE COMPLESSIVO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3200" u="none" strike="noStrike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3200" u="none" strike="noStrike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solidFill>
                            <a:srgbClr val="FFFFFF"/>
                          </a:solidFill>
                          <a:effectLst/>
                        </a:rPr>
                        <a:t>162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17033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A29C99DC-E792-7A30-1FFA-AA97E1BF9479}"/>
                  </a:ext>
                </a:extLst>
              </p14:cNvPr>
              <p14:cNvContentPartPr/>
              <p14:nvPr/>
            </p14:nvContentPartPr>
            <p14:xfrm>
              <a:off x="6246194" y="7162611"/>
              <a:ext cx="360" cy="360"/>
            </p14:xfrm>
          </p:contentPart>
        </mc:Choice>
        <mc:Fallback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A29C99DC-E792-7A30-1FFA-AA97E1BF94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0074" y="715649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16BBE9F-60AC-8E69-3A36-7DAD84627103}"/>
              </a:ext>
            </a:extLst>
          </p:cNvPr>
          <p:cNvSpPr txBox="1"/>
          <p:nvPr/>
        </p:nvSpPr>
        <p:spPr>
          <a:xfrm>
            <a:off x="13086242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4000">
                <a:solidFill>
                  <a:srgbClr val="2A84C0"/>
                </a:solidFill>
                <a:latin typeface="Calibri"/>
              </a:rPr>
              <a:t>2/11</a:t>
            </a:r>
            <a:endParaRPr lang="it-IT" sz="4000" kern="1200">
              <a:solidFill>
                <a:srgbClr val="2A84C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F411D4D-B621-931E-0771-7A56090A3B4A}"/>
              </a:ext>
            </a:extLst>
          </p:cNvPr>
          <p:cNvSpPr txBox="1"/>
          <p:nvPr/>
        </p:nvSpPr>
        <p:spPr>
          <a:xfrm>
            <a:off x="364890" y="196387"/>
            <a:ext cx="14365410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Comprensione obiettivi capitolato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66033F0-7B3D-D1CC-1626-60953C50D33D}"/>
              </a:ext>
            </a:extLst>
          </p:cNvPr>
          <p:cNvSpPr txBox="1"/>
          <p:nvPr/>
        </p:nvSpPr>
        <p:spPr>
          <a:xfrm>
            <a:off x="149009" y="2274591"/>
            <a:ext cx="90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400">
                <a:solidFill>
                  <a:schemeClr val="bg1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⭢</a:t>
            </a:r>
            <a:endParaRPr lang="it-IT" sz="5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EF709-C8F0-D79A-38AB-E24100E3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507774E-6A9A-870C-E2DF-05E511E5C130}"/>
              </a:ext>
            </a:extLst>
          </p:cNvPr>
          <p:cNvGrpSpPr/>
          <p:nvPr/>
        </p:nvGrpSpPr>
        <p:grpSpPr>
          <a:xfrm>
            <a:off x="306833" y="305004"/>
            <a:ext cx="13917166" cy="1726065"/>
            <a:chOff x="-1056640" y="207564"/>
            <a:chExt cx="23422050" cy="417813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02F7C10-0092-A8E2-3412-0DC98769088B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marR="0" lvl="1" indent="-34290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it-IT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722F7C7-ED8C-3718-3250-E573ABF4970B}"/>
                </a:ext>
              </a:extLst>
            </p:cNvPr>
            <p:cNvSpPr txBox="1"/>
            <p:nvPr/>
          </p:nvSpPr>
          <p:spPr>
            <a:xfrm>
              <a:off x="-1056640" y="207564"/>
              <a:ext cx="23422050" cy="3860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521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it-IT" sz="50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ABEA5CFF-7790-1075-1F89-D24B90646DF5}"/>
                  </a:ext>
                </a:extLst>
              </p14:cNvPr>
              <p14:cNvContentPartPr/>
              <p14:nvPr/>
            </p14:nvContentPartPr>
            <p14:xfrm>
              <a:off x="6246194" y="7162611"/>
              <a:ext cx="360" cy="360"/>
            </p14:xfrm>
          </p:contentPart>
        </mc:Choice>
        <mc:Fallback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ABEA5CFF-7790-1075-1F89-D24B90646D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0074" y="715649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8B00520-D945-824F-3784-A6D23E749448}"/>
              </a:ext>
            </a:extLst>
          </p:cNvPr>
          <p:cNvSpPr txBox="1"/>
          <p:nvPr/>
        </p:nvSpPr>
        <p:spPr>
          <a:xfrm>
            <a:off x="13086242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4000">
                <a:solidFill>
                  <a:srgbClr val="2A84C0"/>
                </a:solidFill>
                <a:latin typeface="Calibri"/>
              </a:rPr>
              <a:t>3/11</a:t>
            </a:r>
            <a:endParaRPr lang="it-IT" sz="4000" kern="1200">
              <a:solidFill>
                <a:srgbClr val="2A84C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>
              <a:solidFill>
                <a:srgbClr val="2A84C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9526A21-C6DB-25D3-B655-10B927A23284}"/>
              </a:ext>
            </a:extLst>
          </p:cNvPr>
          <p:cNvSpPr txBox="1"/>
          <p:nvPr/>
        </p:nvSpPr>
        <p:spPr>
          <a:xfrm>
            <a:off x="0" y="186369"/>
            <a:ext cx="11844547" cy="17134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ts val="15212"/>
              </a:lnSpc>
              <a:defRPr/>
            </a:pPr>
            <a:r>
              <a:rPr lang="it-IT" sz="5400" b="1">
                <a:solidFill>
                  <a:srgbClr val="2A84C0"/>
                </a:solidFill>
                <a:latin typeface="Verdana"/>
                <a:ea typeface="Verdana"/>
                <a:cs typeface="CordiaUPC"/>
              </a:rPr>
              <a:t>Aree di rischio tecnologico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6498F8-8547-7A38-AC48-5A6E846A7BF6}"/>
              </a:ext>
            </a:extLst>
          </p:cNvPr>
          <p:cNvSpPr/>
          <p:nvPr/>
        </p:nvSpPr>
        <p:spPr>
          <a:xfrm>
            <a:off x="1931659" y="2251539"/>
            <a:ext cx="6630110" cy="699613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9" name="Rectangle: Rounded Corners 10">
            <a:extLst>
              <a:ext uri="{FF2B5EF4-FFF2-40B4-BE49-F238E27FC236}">
                <a16:creationId xmlns:a16="http://schemas.microsoft.com/office/drawing/2014/main" id="{89EFCC9B-36B4-6E94-49B1-C4A09F15530A}"/>
              </a:ext>
            </a:extLst>
          </p:cNvPr>
          <p:cNvSpPr/>
          <p:nvPr/>
        </p:nvSpPr>
        <p:spPr>
          <a:xfrm>
            <a:off x="9760425" y="2251541"/>
            <a:ext cx="6630111" cy="69961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8788E12A-3601-5873-2D75-401E9CAAF728}"/>
              </a:ext>
            </a:extLst>
          </p:cNvPr>
          <p:cNvSpPr/>
          <p:nvPr/>
        </p:nvSpPr>
        <p:spPr>
          <a:xfrm>
            <a:off x="2370070" y="2893497"/>
            <a:ext cx="5768946" cy="1234166"/>
          </a:xfrm>
          <a:prstGeom prst="round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839BC7A9-9A1A-DF76-C76C-67359E9CF825}"/>
              </a:ext>
            </a:extLst>
          </p:cNvPr>
          <p:cNvSpPr/>
          <p:nvPr/>
        </p:nvSpPr>
        <p:spPr>
          <a:xfrm>
            <a:off x="10198836" y="2893497"/>
            <a:ext cx="5768946" cy="1218509"/>
          </a:xfrm>
          <a:prstGeom prst="round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9580B53-6374-5D8E-DF8F-F8E2D6BCEB5C}"/>
              </a:ext>
            </a:extLst>
          </p:cNvPr>
          <p:cNvSpPr txBox="1"/>
          <p:nvPr/>
        </p:nvSpPr>
        <p:spPr>
          <a:xfrm>
            <a:off x="2961193" y="365423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BC5A136-D96E-C728-ECE0-D711947467A3}"/>
              </a:ext>
            </a:extLst>
          </p:cNvPr>
          <p:cNvSpPr txBox="1"/>
          <p:nvPr/>
        </p:nvSpPr>
        <p:spPr>
          <a:xfrm>
            <a:off x="2709177" y="3591234"/>
            <a:ext cx="5082332" cy="567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63F637D-245B-9FFF-922D-F4A75849A576}"/>
              </a:ext>
            </a:extLst>
          </p:cNvPr>
          <p:cNvSpPr txBox="1"/>
          <p:nvPr/>
        </p:nvSpPr>
        <p:spPr>
          <a:xfrm>
            <a:off x="2405769" y="2991069"/>
            <a:ext cx="556290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3600">
                <a:solidFill>
                  <a:schemeClr val="bg1"/>
                </a:solidFill>
                <a:ea typeface="Calibri"/>
                <a:cs typeface="Calibri"/>
              </a:rPr>
              <a:t>Rischio tecnologico legato alle tecnologie utilizzate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AE0FD8F-C942-070C-DA6E-551994368C08}"/>
              </a:ext>
            </a:extLst>
          </p:cNvPr>
          <p:cNvSpPr txBox="1"/>
          <p:nvPr/>
        </p:nvSpPr>
        <p:spPr>
          <a:xfrm>
            <a:off x="10319327" y="2925606"/>
            <a:ext cx="556290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3600">
                <a:solidFill>
                  <a:schemeClr val="bg1"/>
                </a:solidFill>
                <a:ea typeface="Calibri"/>
                <a:cs typeface="Calibri"/>
              </a:rPr>
              <a:t>Rischio tecnologico legato alla correzione di errori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1ACA64D-8E24-D1AC-A5C7-9E2C2005A0BB}"/>
              </a:ext>
            </a:extLst>
          </p:cNvPr>
          <p:cNvSpPr txBox="1"/>
          <p:nvPr/>
        </p:nvSpPr>
        <p:spPr>
          <a:xfrm>
            <a:off x="2704955" y="4769555"/>
            <a:ext cx="5171683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sz="2600">
                <a:ea typeface="Calibri"/>
                <a:cs typeface="Calibri"/>
              </a:rPr>
              <a:t>Probabile frequenza:  Alta</a:t>
            </a:r>
          </a:p>
          <a:p>
            <a:pPr algn="just"/>
            <a:endParaRPr lang="it-IT" sz="2600">
              <a:ea typeface="Calibri"/>
              <a:cs typeface="Calibri"/>
            </a:endParaRPr>
          </a:p>
          <a:p>
            <a:pPr algn="just"/>
            <a:r>
              <a:rPr lang="it-IT" sz="2600">
                <a:ea typeface="Calibri"/>
                <a:cs typeface="Calibri"/>
              </a:rPr>
              <a:t>Pericolosità: Elevata</a:t>
            </a:r>
          </a:p>
          <a:p>
            <a:pPr algn="just"/>
            <a:endParaRPr lang="it-IT" sz="2600">
              <a:ea typeface="Calibri"/>
              <a:cs typeface="Calibri"/>
            </a:endParaRPr>
          </a:p>
          <a:p>
            <a:r>
              <a:rPr lang="it-IT" sz="2600">
                <a:ea typeface="Calibri"/>
                <a:cs typeface="Calibri"/>
              </a:rPr>
              <a:t>Mitigazione: </a:t>
            </a:r>
            <a:r>
              <a:rPr lang="it-IT" sz="2600">
                <a:ea typeface="+mn-lt"/>
                <a:cs typeface="+mn-lt"/>
              </a:rPr>
              <a:t>Prevedere nella pianificazione del tempo l'attività di formazione personale</a:t>
            </a:r>
            <a:endParaRPr lang="it-IT" sz="2600">
              <a:ea typeface="Calibri"/>
              <a:cs typeface="Calibri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957700C-C61A-1252-DCF2-0D2D48B8B1C0}"/>
              </a:ext>
            </a:extLst>
          </p:cNvPr>
          <p:cNvSpPr txBox="1"/>
          <p:nvPr/>
        </p:nvSpPr>
        <p:spPr>
          <a:xfrm>
            <a:off x="10142283" y="4769554"/>
            <a:ext cx="5907587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sz="2600">
                <a:ea typeface="Calibri"/>
                <a:cs typeface="Calibri"/>
              </a:rPr>
              <a:t>Probabile frequenza:  Alta</a:t>
            </a:r>
          </a:p>
          <a:p>
            <a:pPr algn="just"/>
            <a:endParaRPr lang="it-IT" sz="2600">
              <a:ea typeface="Calibri"/>
              <a:cs typeface="Calibri"/>
            </a:endParaRPr>
          </a:p>
          <a:p>
            <a:pPr algn="just"/>
            <a:r>
              <a:rPr lang="it-IT" sz="2600">
                <a:ea typeface="Calibri"/>
                <a:cs typeface="Calibri"/>
              </a:rPr>
              <a:t>Pericolosità: Elevata</a:t>
            </a:r>
          </a:p>
          <a:p>
            <a:pPr algn="just"/>
            <a:endParaRPr lang="it-IT" sz="2600">
              <a:ea typeface="Calibri"/>
              <a:cs typeface="Calibri"/>
            </a:endParaRPr>
          </a:p>
          <a:p>
            <a:pPr algn="just"/>
            <a:r>
              <a:rPr lang="it-IT" sz="2600">
                <a:ea typeface="Calibri"/>
                <a:cs typeface="Calibri"/>
              </a:rPr>
              <a:t>Mitigazione: Nel caso il programmatore riscontrasse grosse difficoltà nel risolvere un problema, potrà chiedere aiuto ad altri membri del gruppo. </a:t>
            </a:r>
            <a:r>
              <a:rPr lang="it-IT" sz="2600">
                <a:ea typeface="+mn-lt"/>
                <a:cs typeface="+mn-lt"/>
              </a:rPr>
              <a:t>Per problemi particolarmente gravi, le attività meno urgenti verranno posticipate</a:t>
            </a:r>
            <a:endParaRPr lang="it-IT" sz="2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004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AA81E-561E-7339-ECB8-1A531B0C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0FC5697-CAA4-557B-EA14-D4D179DEEF1D}"/>
              </a:ext>
            </a:extLst>
          </p:cNvPr>
          <p:cNvSpPr txBox="1"/>
          <p:nvPr/>
        </p:nvSpPr>
        <p:spPr>
          <a:xfrm>
            <a:off x="13086242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it-IT" sz="4000">
                <a:solidFill>
                  <a:srgbClr val="2A84C0"/>
                </a:solidFill>
                <a:latin typeface="Calibri"/>
              </a:rPr>
              <a:t>4/11</a:t>
            </a:r>
            <a:endParaRPr lang="it-IT" sz="4000" kern="1200">
              <a:solidFill>
                <a:srgbClr val="2A84C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>
              <a:solidFill>
                <a:srgbClr val="2A84C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3D10640-8AE0-2DAF-0BA7-AB8CA701E31E}"/>
              </a:ext>
            </a:extLst>
          </p:cNvPr>
          <p:cNvSpPr txBox="1"/>
          <p:nvPr/>
        </p:nvSpPr>
        <p:spPr>
          <a:xfrm>
            <a:off x="10744" y="-231388"/>
            <a:ext cx="16798976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Modifiche migliorative effettuate (1/3)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ABBACEC-B28B-02BB-A1FB-81A13E460B2B}"/>
              </a:ext>
            </a:extLst>
          </p:cNvPr>
          <p:cNvSpPr/>
          <p:nvPr/>
        </p:nvSpPr>
        <p:spPr>
          <a:xfrm>
            <a:off x="736598" y="2493162"/>
            <a:ext cx="8141370" cy="150983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D9FF6F5-DC08-4908-5B2C-DF7B1E09D9A0}"/>
              </a:ext>
            </a:extLst>
          </p:cNvPr>
          <p:cNvSpPr/>
          <p:nvPr/>
        </p:nvSpPr>
        <p:spPr>
          <a:xfrm>
            <a:off x="9780519" y="2489930"/>
            <a:ext cx="7589451" cy="1513067"/>
          </a:xfrm>
          <a:prstGeom prst="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15212"/>
              </a:lnSpc>
              <a:defRPr/>
            </a:pPr>
            <a:r>
              <a:rPr lang="it-IT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01.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E07E5AD-5251-C1EB-C9E4-4BD3986537C5}"/>
              </a:ext>
            </a:extLst>
          </p:cNvPr>
          <p:cNvSpPr txBox="1"/>
          <p:nvPr/>
        </p:nvSpPr>
        <p:spPr>
          <a:xfrm>
            <a:off x="7104551" y="1762797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01.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46305E9-3757-C2D7-103C-86F46370BD5F}"/>
              </a:ext>
            </a:extLst>
          </p:cNvPr>
          <p:cNvSpPr txBox="1"/>
          <p:nvPr/>
        </p:nvSpPr>
        <p:spPr>
          <a:xfrm>
            <a:off x="6833667" y="807221"/>
            <a:ext cx="2939900" cy="165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prima</a:t>
            </a:r>
            <a:endParaRPr lang="it-IT" sz="3600" b="1" i="0" u="none" strike="noStrike" kern="1200" cap="none" spc="0" normalizeH="0" baseline="0" noProof="0">
              <a:ln>
                <a:noFill/>
              </a:ln>
              <a:solidFill>
                <a:srgbClr val="2A84C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ordiaUPC" panose="020B0502040204020203" pitchFamily="34" charset="-34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3951BC7-7897-043C-966D-13D94345C70A}"/>
              </a:ext>
            </a:extLst>
          </p:cNvPr>
          <p:cNvSpPr txBox="1"/>
          <p:nvPr/>
        </p:nvSpPr>
        <p:spPr>
          <a:xfrm>
            <a:off x="15425148" y="681564"/>
            <a:ext cx="2939900" cy="165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dopo</a:t>
            </a:r>
            <a:endParaRPr lang="it-IT" sz="2800" b="1" i="0" u="none" strike="noStrike" kern="1200" cap="none" spc="0" normalizeH="0" baseline="0" noProof="0">
              <a:ln>
                <a:noFill/>
              </a:ln>
              <a:solidFill>
                <a:srgbClr val="2A84C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ordiaUPC" panose="020B0502040204020203" pitchFamily="34" charset="-34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1EFCFA0-C72E-4A2E-A605-5535C039F769}"/>
              </a:ext>
            </a:extLst>
          </p:cNvPr>
          <p:cNvSpPr txBox="1"/>
          <p:nvPr/>
        </p:nvSpPr>
        <p:spPr>
          <a:xfrm>
            <a:off x="15630437" y="1671761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01.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D2B6186-521C-0091-6E45-0D38DC2FEC71}"/>
              </a:ext>
            </a:extLst>
          </p:cNvPr>
          <p:cNvSpPr txBox="1"/>
          <p:nvPr/>
        </p:nvSpPr>
        <p:spPr>
          <a:xfrm>
            <a:off x="8877968" y="2880891"/>
            <a:ext cx="90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400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⭢</a:t>
            </a:r>
            <a:endParaRPr lang="it-IT" sz="5400">
              <a:solidFill>
                <a:srgbClr val="2A84C0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0843A5F-F5E3-47D6-9411-B31B5F93B768}"/>
              </a:ext>
            </a:extLst>
          </p:cNvPr>
          <p:cNvSpPr/>
          <p:nvPr/>
        </p:nvSpPr>
        <p:spPr>
          <a:xfrm>
            <a:off x="736598" y="4846688"/>
            <a:ext cx="8141370" cy="150983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CC84ACF-091B-C49F-ED66-017A68931CF7}"/>
              </a:ext>
            </a:extLst>
          </p:cNvPr>
          <p:cNvSpPr/>
          <p:nvPr/>
        </p:nvSpPr>
        <p:spPr>
          <a:xfrm>
            <a:off x="9799414" y="4818988"/>
            <a:ext cx="7589451" cy="1677628"/>
          </a:xfrm>
          <a:prstGeom prst="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15212"/>
              </a:lnSpc>
              <a:defRPr/>
            </a:pPr>
            <a:r>
              <a:rPr lang="it-IT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01.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BB3EBB3-C3B1-B78E-9FE5-CC428744CB10}"/>
              </a:ext>
            </a:extLst>
          </p:cNvPr>
          <p:cNvSpPr txBox="1"/>
          <p:nvPr/>
        </p:nvSpPr>
        <p:spPr>
          <a:xfrm>
            <a:off x="7115995" y="4078449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02.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9D7C2EE-9DEE-5C21-926E-2838C9B184F4}"/>
              </a:ext>
            </a:extLst>
          </p:cNvPr>
          <p:cNvSpPr txBox="1"/>
          <p:nvPr/>
        </p:nvSpPr>
        <p:spPr>
          <a:xfrm>
            <a:off x="15630437" y="4062432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02.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C8ECA93-478A-EB21-890C-6AE6B4A244D0}"/>
              </a:ext>
            </a:extLst>
          </p:cNvPr>
          <p:cNvSpPr txBox="1"/>
          <p:nvPr/>
        </p:nvSpPr>
        <p:spPr>
          <a:xfrm>
            <a:off x="8877968" y="5234417"/>
            <a:ext cx="90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400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⭢</a:t>
            </a:r>
            <a:endParaRPr lang="it-IT" sz="5400">
              <a:solidFill>
                <a:srgbClr val="2A84C0"/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21B7F35-7362-E3FE-3203-1EF5F26B8251}"/>
              </a:ext>
            </a:extLst>
          </p:cNvPr>
          <p:cNvSpPr txBox="1"/>
          <p:nvPr/>
        </p:nvSpPr>
        <p:spPr>
          <a:xfrm>
            <a:off x="945178" y="2585939"/>
            <a:ext cx="513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/>
              <a:t>Verifica e approvazione</a:t>
            </a:r>
            <a:r>
              <a:rPr lang="it-IT" sz="2400" b="1"/>
              <a:t> 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7C9A007-BDB9-2C15-7C85-6588525CD2C2}"/>
              </a:ext>
            </a:extLst>
          </p:cNvPr>
          <p:cNvSpPr txBox="1"/>
          <p:nvPr/>
        </p:nvSpPr>
        <p:spPr>
          <a:xfrm>
            <a:off x="945178" y="3073091"/>
            <a:ext cx="6530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/>
              <a:t>Un </a:t>
            </a:r>
            <a:r>
              <a:rPr lang="it-IT" sz="2400" err="1"/>
              <a:t>branch</a:t>
            </a:r>
            <a:r>
              <a:rPr lang="it-IT" sz="2400"/>
              <a:t> per la verifica, uno per l’approvazione</a:t>
            </a:r>
          </a:p>
          <a:p>
            <a:r>
              <a:rPr lang="it-IT" sz="2400" b="1"/>
              <a:t>CONTRO: difficile tracciamento e comunicazione 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6F4D7E75-6E69-3235-8554-2E58E40D2877}"/>
              </a:ext>
            </a:extLst>
          </p:cNvPr>
          <p:cNvSpPr txBox="1"/>
          <p:nvPr/>
        </p:nvSpPr>
        <p:spPr>
          <a:xfrm>
            <a:off x="9970891" y="2476298"/>
            <a:ext cx="513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chemeClr val="bg1"/>
                </a:solidFill>
              </a:rPr>
              <a:t>Verifica e approvazione</a:t>
            </a:r>
            <a:r>
              <a:rPr lang="it-IT" sz="2400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FF05550-613F-88A4-4502-65DE543E9E8B}"/>
              </a:ext>
            </a:extLst>
          </p:cNvPr>
          <p:cNvSpPr txBox="1"/>
          <p:nvPr/>
        </p:nvSpPr>
        <p:spPr>
          <a:xfrm>
            <a:off x="9970891" y="2964510"/>
            <a:ext cx="6351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>
                <a:solidFill>
                  <a:schemeClr val="bg1"/>
                </a:solidFill>
              </a:rPr>
              <a:t>Pull </a:t>
            </a:r>
            <a:r>
              <a:rPr lang="it-IT" sz="2400" b="1" err="1">
                <a:solidFill>
                  <a:schemeClr val="bg1"/>
                </a:solidFill>
              </a:rPr>
              <a:t>request</a:t>
            </a:r>
            <a:r>
              <a:rPr lang="it-IT" sz="2400" b="1">
                <a:solidFill>
                  <a:schemeClr val="bg1"/>
                </a:solidFill>
              </a:rPr>
              <a:t> </a:t>
            </a:r>
            <a:r>
              <a:rPr lang="it-IT" sz="2400">
                <a:solidFill>
                  <a:schemeClr val="bg1"/>
                </a:solidFill>
              </a:rPr>
              <a:t>al </a:t>
            </a:r>
            <a:r>
              <a:rPr lang="it-IT" sz="2400" err="1">
                <a:solidFill>
                  <a:schemeClr val="bg1"/>
                </a:solidFill>
              </a:rPr>
              <a:t>main</a:t>
            </a:r>
            <a:r>
              <a:rPr lang="it-IT" sz="2400">
                <a:solidFill>
                  <a:schemeClr val="bg1"/>
                </a:solidFill>
              </a:rPr>
              <a:t> in cui si specificano verificatori e responsabile</a:t>
            </a:r>
            <a:endParaRPr lang="it-IT" sz="2400" b="1">
              <a:solidFill>
                <a:schemeClr val="bg1"/>
              </a:solidFill>
            </a:endParaRP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A4CA33E-829D-67D5-1D2E-CEBECC73C101}"/>
              </a:ext>
            </a:extLst>
          </p:cNvPr>
          <p:cNvSpPr txBox="1"/>
          <p:nvPr/>
        </p:nvSpPr>
        <p:spPr>
          <a:xfrm>
            <a:off x="945178" y="4942029"/>
            <a:ext cx="513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/>
              <a:t>Glossario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6C691228-DF69-8F2E-9679-529F865824CB}"/>
              </a:ext>
            </a:extLst>
          </p:cNvPr>
          <p:cNvSpPr txBox="1"/>
          <p:nvPr/>
        </p:nvSpPr>
        <p:spPr>
          <a:xfrm>
            <a:off x="945178" y="5372027"/>
            <a:ext cx="716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/>
              <a:t>Aprire il file e cercare in ordine alfabetico il termine</a:t>
            </a:r>
          </a:p>
          <a:p>
            <a:r>
              <a:rPr lang="it-IT" sz="2400" b="1"/>
              <a:t>CONTRO: macchinoso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FDF3FD8-93F0-5439-C72F-11E0123F1978}"/>
              </a:ext>
            </a:extLst>
          </p:cNvPr>
          <p:cNvSpPr txBox="1"/>
          <p:nvPr/>
        </p:nvSpPr>
        <p:spPr>
          <a:xfrm>
            <a:off x="9945194" y="4799781"/>
            <a:ext cx="513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chemeClr val="bg1"/>
                </a:solidFill>
              </a:rPr>
              <a:t>Glossario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CA4DBF35-C7DE-97A6-5E0C-82E8062DA6A4}"/>
              </a:ext>
            </a:extLst>
          </p:cNvPr>
          <p:cNvSpPr txBox="1"/>
          <p:nvPr/>
        </p:nvSpPr>
        <p:spPr>
          <a:xfrm>
            <a:off x="9970891" y="5242117"/>
            <a:ext cx="7551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Glossario disponibile nel sito, comodamente</a:t>
            </a:r>
          </a:p>
          <a:p>
            <a:r>
              <a:rPr lang="it-IT" sz="2400">
                <a:solidFill>
                  <a:schemeClr val="bg1"/>
                </a:solidFill>
              </a:rPr>
              <a:t>accanto al </a:t>
            </a:r>
            <a:r>
              <a:rPr lang="it-IT" sz="2400" err="1">
                <a:solidFill>
                  <a:schemeClr val="bg1"/>
                </a:solidFill>
              </a:rPr>
              <a:t>viewer</a:t>
            </a:r>
            <a:r>
              <a:rPr lang="it-IT" sz="2400">
                <a:solidFill>
                  <a:schemeClr val="bg1"/>
                </a:solidFill>
              </a:rPr>
              <a:t> pdf </a:t>
            </a:r>
          </a:p>
          <a:p>
            <a:r>
              <a:rPr lang="it-IT" sz="2400" b="1">
                <a:solidFill>
                  <a:schemeClr val="bg1"/>
                </a:solidFill>
              </a:rPr>
              <a:t>PRO</a:t>
            </a:r>
            <a:r>
              <a:rPr lang="it-IT" sz="2400">
                <a:solidFill>
                  <a:schemeClr val="bg1"/>
                </a:solidFill>
              </a:rPr>
              <a:t>: accesso rapido, integrato, automatizzato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0DDC3156-E32F-D578-0089-D3231586C212}"/>
              </a:ext>
            </a:extLst>
          </p:cNvPr>
          <p:cNvSpPr/>
          <p:nvPr/>
        </p:nvSpPr>
        <p:spPr>
          <a:xfrm>
            <a:off x="720780" y="7149309"/>
            <a:ext cx="8213320" cy="177106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85A69DA3-18DF-B4F0-AE9F-88E618DACB84}"/>
              </a:ext>
            </a:extLst>
          </p:cNvPr>
          <p:cNvSpPr/>
          <p:nvPr/>
        </p:nvSpPr>
        <p:spPr>
          <a:xfrm>
            <a:off x="9852469" y="7149310"/>
            <a:ext cx="7589451" cy="1799602"/>
          </a:xfrm>
          <a:prstGeom prst="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15212"/>
              </a:lnSpc>
              <a:defRPr/>
            </a:pPr>
            <a:r>
              <a:rPr lang="it-IT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01.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9E95D334-74AC-2C68-8D7E-B1805D7141EB}"/>
              </a:ext>
            </a:extLst>
          </p:cNvPr>
          <p:cNvSpPr txBox="1"/>
          <p:nvPr/>
        </p:nvSpPr>
        <p:spPr>
          <a:xfrm>
            <a:off x="8949918" y="7441698"/>
            <a:ext cx="90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400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⭢</a:t>
            </a:r>
            <a:endParaRPr lang="it-IT" sz="5400">
              <a:solidFill>
                <a:srgbClr val="2A84C0"/>
              </a:solidFill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D0BF1D0-2A89-521A-BB9C-542199047A50}"/>
              </a:ext>
            </a:extLst>
          </p:cNvPr>
          <p:cNvSpPr txBox="1"/>
          <p:nvPr/>
        </p:nvSpPr>
        <p:spPr>
          <a:xfrm>
            <a:off x="945178" y="7252037"/>
            <a:ext cx="5935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/>
              <a:t>Tracciamento azioni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C6F9831A-2F9A-3D95-4B11-A0FB82FE1F06}"/>
              </a:ext>
            </a:extLst>
          </p:cNvPr>
          <p:cNvSpPr txBox="1"/>
          <p:nvPr/>
        </p:nvSpPr>
        <p:spPr>
          <a:xfrm>
            <a:off x="989251" y="7748584"/>
            <a:ext cx="796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“to do” non </a:t>
            </a:r>
            <a:r>
              <a:rPr lang="en-AU" sz="2400" err="1"/>
              <a:t>tracciabili</a:t>
            </a:r>
            <a:r>
              <a:rPr lang="en-AU" sz="2400"/>
              <a:t>, poco </a:t>
            </a:r>
            <a:r>
              <a:rPr lang="en-AU" sz="2400" err="1"/>
              <a:t>chiari</a:t>
            </a:r>
            <a:r>
              <a:rPr lang="en-AU" sz="2400"/>
              <a:t> </a:t>
            </a:r>
            <a:r>
              <a:rPr lang="en-AU" sz="2400" err="1"/>
              <a:t>anche</a:t>
            </a:r>
            <a:r>
              <a:rPr lang="en-AU" sz="2400"/>
              <a:t> </a:t>
            </a:r>
            <a:r>
              <a:rPr lang="en-AU" sz="2400" err="1"/>
              <a:t>gli</a:t>
            </a:r>
            <a:r>
              <a:rPr lang="en-AU" sz="2400"/>
              <a:t> </a:t>
            </a:r>
            <a:r>
              <a:rPr lang="en-AU" sz="2400" err="1"/>
              <a:t>assegnatari</a:t>
            </a:r>
            <a:r>
              <a:rPr lang="en-AU" sz="2400"/>
              <a:t>.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45442B74-BA79-2643-6D7F-DF6C178059F8}"/>
              </a:ext>
            </a:extLst>
          </p:cNvPr>
          <p:cNvSpPr txBox="1"/>
          <p:nvPr/>
        </p:nvSpPr>
        <p:spPr>
          <a:xfrm>
            <a:off x="10042841" y="7252037"/>
            <a:ext cx="5967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chemeClr val="bg1"/>
                </a:solidFill>
              </a:rPr>
              <a:t>Tracciamento azioni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6BAEAB6-2FBD-C9AE-28FC-F484FF972B65}"/>
              </a:ext>
            </a:extLst>
          </p:cNvPr>
          <p:cNvSpPr txBox="1"/>
          <p:nvPr/>
        </p:nvSpPr>
        <p:spPr>
          <a:xfrm>
            <a:off x="10042841" y="7762622"/>
            <a:ext cx="716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Tracciamento azioni su </a:t>
            </a:r>
            <a:r>
              <a:rPr lang="it-IT" sz="2400" err="1">
                <a:solidFill>
                  <a:schemeClr val="bg1"/>
                </a:solidFill>
              </a:rPr>
              <a:t>github</a:t>
            </a:r>
            <a:r>
              <a:rPr lang="it-IT" sz="2400">
                <a:solidFill>
                  <a:schemeClr val="bg1"/>
                </a:solidFill>
              </a:rPr>
              <a:t> tramite </a:t>
            </a:r>
            <a:r>
              <a:rPr lang="it-IT" sz="2400" err="1">
                <a:solidFill>
                  <a:schemeClr val="bg1"/>
                </a:solidFill>
              </a:rPr>
              <a:t>issue</a:t>
            </a:r>
            <a:r>
              <a:rPr lang="it-IT" sz="2400">
                <a:solidFill>
                  <a:schemeClr val="bg1"/>
                </a:solidFill>
              </a:rPr>
              <a:t> e sub-</a:t>
            </a:r>
            <a:r>
              <a:rPr lang="it-IT" sz="2400" err="1">
                <a:solidFill>
                  <a:schemeClr val="bg1"/>
                </a:solidFill>
              </a:rPr>
              <a:t>issue</a:t>
            </a:r>
            <a:r>
              <a:rPr lang="it-IT" sz="2400">
                <a:solidFill>
                  <a:schemeClr val="bg1"/>
                </a:solidFill>
              </a:rPr>
              <a:t>.</a:t>
            </a:r>
          </a:p>
          <a:p>
            <a:r>
              <a:rPr lang="it-IT" sz="2400">
                <a:solidFill>
                  <a:schemeClr val="bg1"/>
                </a:solidFill>
              </a:rPr>
              <a:t>Più chiare le dipendenze, assegnatari chiari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A7778E93-9147-77F2-4292-3E60AA799C5F}"/>
              </a:ext>
            </a:extLst>
          </p:cNvPr>
          <p:cNvSpPr txBox="1"/>
          <p:nvPr/>
        </p:nvSpPr>
        <p:spPr>
          <a:xfrm>
            <a:off x="7192036" y="6318582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</a:t>
            </a:r>
            <a:r>
              <a:rPr lang="it-IT" sz="5400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3</a:t>
            </a: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.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60D6C0FC-612A-8C3D-CF69-AA74DB01FF87}"/>
              </a:ext>
            </a:extLst>
          </p:cNvPr>
          <p:cNvSpPr txBox="1"/>
          <p:nvPr/>
        </p:nvSpPr>
        <p:spPr>
          <a:xfrm>
            <a:off x="15636994" y="6300391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</a:t>
            </a:r>
            <a:r>
              <a:rPr lang="it-IT" sz="5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3</a:t>
            </a: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071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104A2-80C5-82DC-88B1-6E2E196A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1DCBE5E-86C8-F7F4-E42F-CE2BFA49396A}"/>
              </a:ext>
            </a:extLst>
          </p:cNvPr>
          <p:cNvSpPr txBox="1"/>
          <p:nvPr/>
        </p:nvSpPr>
        <p:spPr>
          <a:xfrm>
            <a:off x="13086242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it-IT" sz="4000">
                <a:solidFill>
                  <a:srgbClr val="2A84C0"/>
                </a:solidFill>
                <a:latin typeface="Calibri"/>
              </a:rPr>
              <a:t>5/11</a:t>
            </a:r>
            <a:endParaRPr lang="it-IT" sz="4000" kern="1200">
              <a:solidFill>
                <a:srgbClr val="2A84C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>
              <a:solidFill>
                <a:srgbClr val="2A84C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63E9C6-5AE5-33AD-9031-23344B8FD406}"/>
              </a:ext>
            </a:extLst>
          </p:cNvPr>
          <p:cNvSpPr txBox="1"/>
          <p:nvPr/>
        </p:nvSpPr>
        <p:spPr>
          <a:xfrm>
            <a:off x="10744" y="-231388"/>
            <a:ext cx="16798976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Modifiche migliorative effettuate (2/3)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8FFC5470-570C-7291-2216-BFD598063E18}"/>
              </a:ext>
            </a:extLst>
          </p:cNvPr>
          <p:cNvSpPr/>
          <p:nvPr/>
        </p:nvSpPr>
        <p:spPr>
          <a:xfrm>
            <a:off x="736598" y="2536465"/>
            <a:ext cx="8331742" cy="1894944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1605BF43-669D-E558-747F-3ABF28DEA0BF}"/>
              </a:ext>
            </a:extLst>
          </p:cNvPr>
          <p:cNvSpPr/>
          <p:nvPr/>
        </p:nvSpPr>
        <p:spPr>
          <a:xfrm>
            <a:off x="9938692" y="2475751"/>
            <a:ext cx="7589451" cy="1955658"/>
          </a:xfrm>
          <a:prstGeom prst="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15212"/>
              </a:lnSpc>
              <a:defRPr/>
            </a:pPr>
            <a:r>
              <a:rPr lang="it-IT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01.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D670DF53-A0A2-0FD9-D60D-09D450C54F02}"/>
              </a:ext>
            </a:extLst>
          </p:cNvPr>
          <p:cNvSpPr txBox="1"/>
          <p:nvPr/>
        </p:nvSpPr>
        <p:spPr>
          <a:xfrm>
            <a:off x="9086780" y="2574858"/>
            <a:ext cx="90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400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⭢</a:t>
            </a:r>
            <a:endParaRPr lang="it-IT" sz="5400">
              <a:solidFill>
                <a:srgbClr val="2A84C0"/>
              </a:solidFill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1C52BB01-D044-DAB6-4695-FA953E71E08E}"/>
              </a:ext>
            </a:extLst>
          </p:cNvPr>
          <p:cNvSpPr txBox="1"/>
          <p:nvPr/>
        </p:nvSpPr>
        <p:spPr>
          <a:xfrm>
            <a:off x="1058176" y="2532025"/>
            <a:ext cx="5935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/>
              <a:t>Comunicazione con proponente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73FA2EC0-C5F4-D2E5-0B0B-9CD2459FAFF7}"/>
              </a:ext>
            </a:extLst>
          </p:cNvPr>
          <p:cNvSpPr txBox="1"/>
          <p:nvPr/>
        </p:nvSpPr>
        <p:spPr>
          <a:xfrm>
            <a:off x="1110423" y="3056043"/>
            <a:ext cx="79606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/>
              <a:t>Email con formalismi che rallentano lettura e scrittura,</a:t>
            </a:r>
          </a:p>
          <a:p>
            <a:r>
              <a:rPr lang="it-IT" sz="2400"/>
              <a:t>Nessuna conferma di ricezione o visualizzazione, tempi di feedback maggiori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E0E885BF-06A9-0BB0-A5F0-4CCDA366E11C}"/>
              </a:ext>
            </a:extLst>
          </p:cNvPr>
          <p:cNvSpPr txBox="1"/>
          <p:nvPr/>
        </p:nvSpPr>
        <p:spPr>
          <a:xfrm>
            <a:off x="10118241" y="2645754"/>
            <a:ext cx="5967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chemeClr val="bg1"/>
                </a:solidFill>
              </a:rPr>
              <a:t>Comunicazione con proponente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092160EC-BD53-CF6B-C472-193B9268E411}"/>
              </a:ext>
            </a:extLst>
          </p:cNvPr>
          <p:cNvSpPr txBox="1"/>
          <p:nvPr/>
        </p:nvSpPr>
        <p:spPr>
          <a:xfrm>
            <a:off x="10153251" y="3155437"/>
            <a:ext cx="716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Uso di </a:t>
            </a:r>
            <a:r>
              <a:rPr lang="it-IT" sz="2400" err="1">
                <a:solidFill>
                  <a:schemeClr val="bg1"/>
                </a:solidFill>
              </a:rPr>
              <a:t>telegram</a:t>
            </a:r>
            <a:r>
              <a:rPr lang="it-IT" sz="2400">
                <a:solidFill>
                  <a:schemeClr val="bg1"/>
                </a:solidFill>
              </a:rPr>
              <a:t>: Tempi di feedback minori, </a:t>
            </a:r>
          </a:p>
          <a:p>
            <a:r>
              <a:rPr lang="it-IT" sz="2400">
                <a:solidFill>
                  <a:schemeClr val="bg1"/>
                </a:solidFill>
              </a:rPr>
              <a:t>sintesi (pochi formalismi), conferme di lettura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718DFE1F-C87D-2EB1-92C0-146E7439DFBA}"/>
              </a:ext>
            </a:extLst>
          </p:cNvPr>
          <p:cNvSpPr txBox="1"/>
          <p:nvPr/>
        </p:nvSpPr>
        <p:spPr>
          <a:xfrm>
            <a:off x="7314934" y="1725939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04.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0D7B9D9D-9DF5-0876-E078-E22E54D8E826}"/>
              </a:ext>
            </a:extLst>
          </p:cNvPr>
          <p:cNvSpPr txBox="1"/>
          <p:nvPr/>
        </p:nvSpPr>
        <p:spPr>
          <a:xfrm>
            <a:off x="15684162" y="1713591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04.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B04238B1-A788-904B-8DCF-18DF25A70684}"/>
              </a:ext>
            </a:extLst>
          </p:cNvPr>
          <p:cNvSpPr txBox="1"/>
          <p:nvPr/>
        </p:nvSpPr>
        <p:spPr>
          <a:xfrm>
            <a:off x="6833667" y="807221"/>
            <a:ext cx="2939900" cy="165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prima</a:t>
            </a:r>
            <a:endParaRPr lang="it-IT" sz="3600" b="1" i="0" u="none" strike="noStrike" kern="1200" cap="none" spc="0" normalizeH="0" baseline="0" noProof="0">
              <a:ln>
                <a:noFill/>
              </a:ln>
              <a:solidFill>
                <a:srgbClr val="2A84C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ordiaUPC" panose="020B0502040204020203" pitchFamily="34" charset="-34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A6E98C59-C880-D960-A746-DBE97E060DDE}"/>
              </a:ext>
            </a:extLst>
          </p:cNvPr>
          <p:cNvSpPr txBox="1"/>
          <p:nvPr/>
        </p:nvSpPr>
        <p:spPr>
          <a:xfrm>
            <a:off x="15425148" y="681564"/>
            <a:ext cx="2939900" cy="165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dopo</a:t>
            </a:r>
            <a:endParaRPr lang="it-IT" sz="2800" b="1" i="0" u="none" strike="noStrike" kern="1200" cap="none" spc="0" normalizeH="0" baseline="0" noProof="0">
              <a:ln>
                <a:noFill/>
              </a:ln>
              <a:solidFill>
                <a:srgbClr val="2A84C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ordiaUPC" panose="020B0502040204020203" pitchFamily="34" charset="-34"/>
            </a:endParaRP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B808CC69-9763-137A-102C-45A844844913}"/>
              </a:ext>
            </a:extLst>
          </p:cNvPr>
          <p:cNvSpPr/>
          <p:nvPr/>
        </p:nvSpPr>
        <p:spPr>
          <a:xfrm>
            <a:off x="825862" y="4968792"/>
            <a:ext cx="8141370" cy="150983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BF260BA9-FDFA-C319-E3C0-EDC3CDB3F398}"/>
              </a:ext>
            </a:extLst>
          </p:cNvPr>
          <p:cNvSpPr/>
          <p:nvPr/>
        </p:nvSpPr>
        <p:spPr>
          <a:xfrm>
            <a:off x="9869783" y="4941092"/>
            <a:ext cx="7589451" cy="1537535"/>
          </a:xfrm>
          <a:prstGeom prst="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15212"/>
              </a:lnSpc>
              <a:defRPr/>
            </a:pPr>
            <a:r>
              <a:rPr lang="it-IT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01.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52D2706D-EF53-A23F-DC6A-FC42FD4C70CF}"/>
              </a:ext>
            </a:extLst>
          </p:cNvPr>
          <p:cNvSpPr txBox="1"/>
          <p:nvPr/>
        </p:nvSpPr>
        <p:spPr>
          <a:xfrm>
            <a:off x="7156295" y="4217017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05.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C407C1E0-697E-D717-4C90-EAF56A3007F4}"/>
              </a:ext>
            </a:extLst>
          </p:cNvPr>
          <p:cNvSpPr txBox="1"/>
          <p:nvPr/>
        </p:nvSpPr>
        <p:spPr>
          <a:xfrm>
            <a:off x="15700806" y="4080619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05.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4990B81B-046F-BC8E-EBBF-79BDD451D042}"/>
              </a:ext>
            </a:extLst>
          </p:cNvPr>
          <p:cNvSpPr txBox="1"/>
          <p:nvPr/>
        </p:nvSpPr>
        <p:spPr>
          <a:xfrm>
            <a:off x="8967232" y="5356521"/>
            <a:ext cx="90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400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⭢</a:t>
            </a:r>
            <a:endParaRPr lang="it-IT" sz="5400">
              <a:solidFill>
                <a:srgbClr val="2A84C0"/>
              </a:solidFill>
            </a:endParaRP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919D1526-2CFA-8EB0-8F60-E4002DA4CB4F}"/>
              </a:ext>
            </a:extLst>
          </p:cNvPr>
          <p:cNvSpPr txBox="1"/>
          <p:nvPr/>
        </p:nvSpPr>
        <p:spPr>
          <a:xfrm>
            <a:off x="968901" y="5079797"/>
            <a:ext cx="513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/>
              <a:t>Diapositive di presentazione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F6BEBE40-E09C-1417-983C-C2E459D35460}"/>
              </a:ext>
            </a:extLst>
          </p:cNvPr>
          <p:cNvSpPr txBox="1"/>
          <p:nvPr/>
        </p:nvSpPr>
        <p:spPr>
          <a:xfrm>
            <a:off x="1006565" y="5663407"/>
            <a:ext cx="716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/>
              <a:t>Scarsa identità del gruppo, poco accessibili </a:t>
            </a:r>
            <a:endParaRPr lang="it-IT" sz="2400" b="1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B0FA5C5F-B6BA-BD08-1100-D72600DE7B21}"/>
              </a:ext>
            </a:extLst>
          </p:cNvPr>
          <p:cNvSpPr txBox="1"/>
          <p:nvPr/>
        </p:nvSpPr>
        <p:spPr>
          <a:xfrm>
            <a:off x="10028777" y="5064133"/>
            <a:ext cx="513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chemeClr val="bg1"/>
                </a:solidFill>
              </a:rPr>
              <a:t>Diapositive di presentazione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6F632601-6FC8-F338-BC3B-BDD1F07BB188}"/>
              </a:ext>
            </a:extLst>
          </p:cNvPr>
          <p:cNvSpPr txBox="1"/>
          <p:nvPr/>
        </p:nvSpPr>
        <p:spPr>
          <a:xfrm>
            <a:off x="10060155" y="5530865"/>
            <a:ext cx="716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Rimossi elementi pesanti alla vista, migliorata </a:t>
            </a:r>
          </a:p>
          <a:p>
            <a:r>
              <a:rPr lang="it-IT" sz="2400">
                <a:solidFill>
                  <a:schemeClr val="bg1"/>
                </a:solidFill>
              </a:rPr>
              <a:t>identità visiva</a:t>
            </a:r>
          </a:p>
        </p:txBody>
      </p:sp>
      <p:sp>
        <p:nvSpPr>
          <p:cNvPr id="71" name="Rettangolo 70">
            <a:extLst>
              <a:ext uri="{FF2B5EF4-FFF2-40B4-BE49-F238E27FC236}">
                <a16:creationId xmlns:a16="http://schemas.microsoft.com/office/drawing/2014/main" id="{0A8CF37D-8B93-83FF-269E-3A9541FC8D0D}"/>
              </a:ext>
            </a:extLst>
          </p:cNvPr>
          <p:cNvSpPr/>
          <p:nvPr/>
        </p:nvSpPr>
        <p:spPr>
          <a:xfrm>
            <a:off x="850248" y="6995617"/>
            <a:ext cx="8141370" cy="150983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2" name="Rettangolo 71">
            <a:extLst>
              <a:ext uri="{FF2B5EF4-FFF2-40B4-BE49-F238E27FC236}">
                <a16:creationId xmlns:a16="http://schemas.microsoft.com/office/drawing/2014/main" id="{4F13F232-6B13-BF7B-EE50-18725998DD03}"/>
              </a:ext>
            </a:extLst>
          </p:cNvPr>
          <p:cNvSpPr/>
          <p:nvPr/>
        </p:nvSpPr>
        <p:spPr>
          <a:xfrm>
            <a:off x="9894169" y="6967917"/>
            <a:ext cx="7589451" cy="1537535"/>
          </a:xfrm>
          <a:prstGeom prst="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15212"/>
              </a:lnSpc>
              <a:defRPr/>
            </a:pPr>
            <a:r>
              <a:rPr lang="it-IT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01.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DD5C5A32-C96B-B4DF-938F-22201F7CB08D}"/>
              </a:ext>
            </a:extLst>
          </p:cNvPr>
          <p:cNvSpPr txBox="1"/>
          <p:nvPr/>
        </p:nvSpPr>
        <p:spPr>
          <a:xfrm>
            <a:off x="8991618" y="7383346"/>
            <a:ext cx="90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400">
                <a:solidFill>
                  <a:srgbClr val="2A84C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⭢</a:t>
            </a:r>
            <a:endParaRPr lang="it-IT" sz="5400">
              <a:solidFill>
                <a:srgbClr val="2A84C0"/>
              </a:solidFill>
            </a:endParaRP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5ABBE8F4-3516-01B9-8CE8-9EB1809AC744}"/>
              </a:ext>
            </a:extLst>
          </p:cNvPr>
          <p:cNvSpPr txBox="1"/>
          <p:nvPr/>
        </p:nvSpPr>
        <p:spPr>
          <a:xfrm>
            <a:off x="993287" y="7106622"/>
            <a:ext cx="513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err="1"/>
              <a:t>Automazione</a:t>
            </a:r>
            <a:r>
              <a:rPr lang="en-AU" sz="3200" b="1"/>
              <a:t> </a:t>
            </a:r>
            <a:r>
              <a:rPr lang="en-AU" sz="3200" b="1" err="1"/>
              <a:t>codice</a:t>
            </a:r>
            <a:r>
              <a:rPr lang="en-AU" sz="3200" b="1"/>
              <a:t> </a:t>
            </a:r>
            <a:r>
              <a:rPr lang="en-AU" sz="3200" b="1" err="1"/>
              <a:t>requisti</a:t>
            </a:r>
            <a:endParaRPr lang="it-IT" sz="3200" b="1"/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0CF30599-BAA2-22D2-308D-A2D03D214B7E}"/>
              </a:ext>
            </a:extLst>
          </p:cNvPr>
          <p:cNvSpPr txBox="1"/>
          <p:nvPr/>
        </p:nvSpPr>
        <p:spPr>
          <a:xfrm>
            <a:off x="1043124" y="7606661"/>
            <a:ext cx="716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/>
              <a:t>La modifica di un caso d’uso può causare la modifica del codice e del codice dei successivi casi d’uso</a:t>
            </a:r>
            <a:endParaRPr lang="it-IT" sz="2400" b="1"/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249EF65A-3DB8-CC59-F5DC-D52A59506D3D}"/>
              </a:ext>
            </a:extLst>
          </p:cNvPr>
          <p:cNvSpPr txBox="1"/>
          <p:nvPr/>
        </p:nvSpPr>
        <p:spPr>
          <a:xfrm>
            <a:off x="10053163" y="7090958"/>
            <a:ext cx="513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err="1">
                <a:solidFill>
                  <a:schemeClr val="bg1"/>
                </a:solidFill>
              </a:rPr>
              <a:t>Automazione</a:t>
            </a:r>
            <a:r>
              <a:rPr lang="en-AU" sz="3200" b="1">
                <a:solidFill>
                  <a:schemeClr val="bg1"/>
                </a:solidFill>
              </a:rPr>
              <a:t> </a:t>
            </a:r>
            <a:r>
              <a:rPr lang="en-AU" sz="3200" b="1" err="1">
                <a:solidFill>
                  <a:schemeClr val="bg1"/>
                </a:solidFill>
              </a:rPr>
              <a:t>codice</a:t>
            </a:r>
            <a:r>
              <a:rPr lang="en-AU" sz="3200" b="1">
                <a:solidFill>
                  <a:schemeClr val="bg1"/>
                </a:solidFill>
              </a:rPr>
              <a:t> </a:t>
            </a:r>
            <a:r>
              <a:rPr lang="en-AU" sz="3200" b="1" err="1">
                <a:solidFill>
                  <a:schemeClr val="bg1"/>
                </a:solidFill>
              </a:rPr>
              <a:t>requisiti</a:t>
            </a:r>
            <a:endParaRPr lang="it-IT" sz="3200" b="1">
              <a:solidFill>
                <a:schemeClr val="bg1"/>
              </a:solidFill>
            </a:endParaRP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D974C423-7A02-C8FF-E2D0-A6ED312F392B}"/>
              </a:ext>
            </a:extLst>
          </p:cNvPr>
          <p:cNvSpPr txBox="1"/>
          <p:nvPr/>
        </p:nvSpPr>
        <p:spPr>
          <a:xfrm>
            <a:off x="10084541" y="7557690"/>
            <a:ext cx="716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Maggiore efficienza qualora l’analisi richiedesse ulteriori modifiche in futuro (gestione del rischio)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0217180E-E483-170E-3890-0B4A563FA893}"/>
              </a:ext>
            </a:extLst>
          </p:cNvPr>
          <p:cNvSpPr txBox="1"/>
          <p:nvPr/>
        </p:nvSpPr>
        <p:spPr>
          <a:xfrm>
            <a:off x="7156295" y="6213318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06.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0D1FAA25-1C27-B5C9-52AC-131B44E91627}"/>
              </a:ext>
            </a:extLst>
          </p:cNvPr>
          <p:cNvSpPr txBox="1"/>
          <p:nvPr/>
        </p:nvSpPr>
        <p:spPr>
          <a:xfrm>
            <a:off x="15700806" y="6076920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06.</a:t>
            </a:r>
          </a:p>
        </p:txBody>
      </p:sp>
    </p:spTree>
    <p:extLst>
      <p:ext uri="{BB962C8B-B14F-4D97-AF65-F5344CB8AC3E}">
        <p14:creationId xmlns:p14="http://schemas.microsoft.com/office/powerpoint/2010/main" val="3597097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9EB63-5E7E-D181-70ED-0E49CA74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A440502-3D29-EAA4-0A11-1E621D3EE3B4}"/>
              </a:ext>
            </a:extLst>
          </p:cNvPr>
          <p:cNvSpPr txBox="1"/>
          <p:nvPr/>
        </p:nvSpPr>
        <p:spPr>
          <a:xfrm>
            <a:off x="10744" y="-231388"/>
            <a:ext cx="16798976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Modifiche migliorative effettuate (</a:t>
            </a:r>
            <a:r>
              <a:rPr lang="it-IT" sz="5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3</a:t>
            </a: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/3)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5F4989A-F3A4-E4BA-9127-57B62401ED12}"/>
              </a:ext>
            </a:extLst>
          </p:cNvPr>
          <p:cNvSpPr txBox="1"/>
          <p:nvPr/>
        </p:nvSpPr>
        <p:spPr>
          <a:xfrm>
            <a:off x="6722754" y="340354"/>
            <a:ext cx="2939900" cy="165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prima</a:t>
            </a:r>
            <a:endParaRPr lang="it-IT" sz="3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ordiaUPC" panose="020B0502040204020203" pitchFamily="34" charset="-34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4637AE6-331B-2535-29D9-3815E522C9FA}"/>
              </a:ext>
            </a:extLst>
          </p:cNvPr>
          <p:cNvSpPr/>
          <p:nvPr/>
        </p:nvSpPr>
        <p:spPr>
          <a:xfrm>
            <a:off x="9662654" y="1926538"/>
            <a:ext cx="7589451" cy="207539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ts val="15212"/>
              </a:lnSpc>
              <a:defRPr/>
            </a:pPr>
            <a:endParaRPr lang="it-IT" b="1">
              <a:solidFill>
                <a:srgbClr val="2A84C0"/>
              </a:solidFill>
              <a:latin typeface="Verdana" panose="020B0604030504040204" pitchFamily="34" charset="0"/>
              <a:ea typeface="Verdana" panose="020B0604030504040204" pitchFamily="34" charset="0"/>
              <a:cs typeface="CordiaUPC" panose="020B0502040204020203" pitchFamily="34" charset="-34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707AC14-53B0-6473-28F9-D54BCB0370AC}"/>
              </a:ext>
            </a:extLst>
          </p:cNvPr>
          <p:cNvSpPr txBox="1"/>
          <p:nvPr/>
        </p:nvSpPr>
        <p:spPr>
          <a:xfrm>
            <a:off x="9853026" y="2538054"/>
            <a:ext cx="63518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rgbClr val="2A84C0"/>
                </a:solidFill>
              </a:rPr>
              <a:t>Identità più forte, aggiornamento informazioni capitolato, esposti prodotti che hanno baseline stabile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E7C1388-E47D-2042-4E0A-8F51B05AE8E4}"/>
              </a:ext>
            </a:extLst>
          </p:cNvPr>
          <p:cNvSpPr txBox="1"/>
          <p:nvPr/>
        </p:nvSpPr>
        <p:spPr>
          <a:xfrm>
            <a:off x="13086242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it-IT" sz="4000">
                <a:solidFill>
                  <a:schemeClr val="bg1"/>
                </a:solidFill>
                <a:latin typeface="Calibri"/>
              </a:rPr>
              <a:t>6/11</a:t>
            </a:r>
            <a:endParaRPr lang="it-IT" sz="4000" kern="1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>
              <a:solidFill>
                <a:schemeClr val="bg1"/>
              </a:solidFill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F51D753-D0A4-9CA2-EE73-A70C8B5590CA}"/>
              </a:ext>
            </a:extLst>
          </p:cNvPr>
          <p:cNvSpPr/>
          <p:nvPr/>
        </p:nvSpPr>
        <p:spPr>
          <a:xfrm>
            <a:off x="618733" y="1926538"/>
            <a:ext cx="8141370" cy="2075394"/>
          </a:xfrm>
          <a:prstGeom prst="rect">
            <a:avLst/>
          </a:prstGeom>
          <a:solidFill>
            <a:srgbClr val="2A84C0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EC41907-E904-1EF2-E6F1-6FE8BC2BA337}"/>
              </a:ext>
            </a:extLst>
          </p:cNvPr>
          <p:cNvSpPr txBox="1"/>
          <p:nvPr/>
        </p:nvSpPr>
        <p:spPr>
          <a:xfrm>
            <a:off x="15467423" y="1602951"/>
            <a:ext cx="2235958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04.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896F6C-D1ED-B792-5CDA-18B90D5332D9}"/>
              </a:ext>
            </a:extLst>
          </p:cNvPr>
          <p:cNvSpPr txBox="1"/>
          <p:nvPr/>
        </p:nvSpPr>
        <p:spPr>
          <a:xfrm>
            <a:off x="8760103" y="2454435"/>
            <a:ext cx="90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400">
                <a:solidFill>
                  <a:schemeClr val="bg1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⭢</a:t>
            </a:r>
            <a:endParaRPr lang="it-IT" sz="5400">
              <a:solidFill>
                <a:schemeClr val="bg1"/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B20718C-9D10-9BF3-D9B3-5E20381B8DEA}"/>
              </a:ext>
            </a:extLst>
          </p:cNvPr>
          <p:cNvSpPr txBox="1"/>
          <p:nvPr/>
        </p:nvSpPr>
        <p:spPr>
          <a:xfrm>
            <a:off x="827312" y="2159483"/>
            <a:ext cx="5957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chemeClr val="bg1"/>
                </a:solidFill>
              </a:rPr>
              <a:t>Ristrutturazione repo (sito web)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8F74AE4-E181-FA26-4949-5F361F515994}"/>
              </a:ext>
            </a:extLst>
          </p:cNvPr>
          <p:cNvSpPr txBox="1"/>
          <p:nvPr/>
        </p:nvSpPr>
        <p:spPr>
          <a:xfrm>
            <a:off x="827313" y="2646635"/>
            <a:ext cx="6530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Scarsa riconoscibilità, mancata presentazione del gruppo, poco scalabile, esposti prodotti non pronti per il rilascio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1F80C136-5B8F-0137-D59A-638142711438}"/>
              </a:ext>
            </a:extLst>
          </p:cNvPr>
          <p:cNvSpPr txBox="1"/>
          <p:nvPr/>
        </p:nvSpPr>
        <p:spPr>
          <a:xfrm>
            <a:off x="9853025" y="2049842"/>
            <a:ext cx="5715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rgbClr val="2A84C0"/>
                </a:solidFill>
              </a:rPr>
              <a:t>Ristrutturazione repo (sito web)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1DE1F50-968C-B6BF-C0AC-F445C4B43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97"/>
          <a:stretch>
            <a:fillRect/>
          </a:stretch>
        </p:blipFill>
        <p:spPr>
          <a:xfrm>
            <a:off x="9216192" y="4325519"/>
            <a:ext cx="6988707" cy="75310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magine 3" descr="Immagine che contiene testo, software, Pagina Web, numero&#10;&#10;Il contenuto generato dall'IA potrebbe non essere corretto.">
            <a:extLst>
              <a:ext uri="{FF2B5EF4-FFF2-40B4-BE49-F238E27FC236}">
                <a16:creationId xmlns:a16="http://schemas.microsoft.com/office/drawing/2014/main" id="{83968778-E0F4-7F66-5247-FA2A06E27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53" y="4358301"/>
            <a:ext cx="8141370" cy="5046803"/>
          </a:xfrm>
          <a:prstGeom prst="rect">
            <a:avLst/>
          </a:prstGeom>
        </p:spPr>
      </p:pic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1DC9203-7523-85C0-7D38-6D99308B0AB7}"/>
              </a:ext>
            </a:extLst>
          </p:cNvPr>
          <p:cNvSpPr txBox="1"/>
          <p:nvPr/>
        </p:nvSpPr>
        <p:spPr>
          <a:xfrm>
            <a:off x="15272886" y="359692"/>
            <a:ext cx="2939900" cy="165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dopo</a:t>
            </a:r>
            <a:endParaRPr lang="it-IT" sz="3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ordia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58833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8 0.00756 L -0.00278 0.00771 C 0.05807 -0.06266 0.00399 -0.00139 0.15885 -0.14522 C 0.17543 -0.16065 0.19505 -0.18411 0.21467 -0.19414 C 0.22708 -0.20047 0.23949 -0.2071 0.25217 -0.21189 L 0.2796 -0.22223 C 0.28724 -0.22547 0.28246 -0.22516 0.2855 -0.22516 " pathEditMode="relative" rAng="0" ptsTypes="AAAAAAA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0" y="-116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5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2 0.24398 L 0.00322 0.24414 C 0.00148 0.20726 0.00113 0.19506 -0.0052 0.14615 C -0.00955 0.11219 -0.01328 0.07747 -0.021 0.04537 C -0.02838 0.01451 -0.04488 -0.02006 -0.06015 -0.04197 C -0.06701 -0.05185 -0.07474 -0.05941 -0.08185 -0.06867 C -0.10642 -0.10092 -0.10937 -0.11296 -0.14097 -0.14429 C -0.14852 -0.15169 -0.15625 -0.15818 -0.16354 -0.16651 C -0.16935 -0.17315 -0.17448 -0.18163 -0.1802 -0.18873 C -0.1934 -0.20494 -0.19062 -0.20077 -0.20269 -0.21095 C -0.20547 -0.21327 -0.20807 -0.21651 -0.21102 -0.21836 C -0.21901 -0.2233 -0.2289 -0.22129 -0.2368 -0.22129 " pathEditMode="relative" rAng="0" ptsTypes="AAAAAAAAAAAA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05" y="-2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397BA-B0F8-55A0-CB11-5E5DA274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F7EC0A21-2ECE-1399-F1BE-FD0BF93E2AA3}"/>
              </a:ext>
            </a:extLst>
          </p:cNvPr>
          <p:cNvSpPr/>
          <p:nvPr/>
        </p:nvSpPr>
        <p:spPr>
          <a:xfrm>
            <a:off x="781051" y="2419205"/>
            <a:ext cx="15908782" cy="4819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6C00E00-A88D-3B9D-67BD-DA1B85446A49}"/>
              </a:ext>
            </a:extLst>
          </p:cNvPr>
          <p:cNvGrpSpPr/>
          <p:nvPr/>
        </p:nvGrpSpPr>
        <p:grpSpPr>
          <a:xfrm>
            <a:off x="916433" y="247876"/>
            <a:ext cx="13917167" cy="1726067"/>
            <a:chOff x="-1056640" y="207564"/>
            <a:chExt cx="23422050" cy="417813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41C06A-C00B-1BEA-99E3-8576E2B8F14F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marR="0" lvl="1" indent="-34290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it-IT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0E06B8-1A9C-E8FB-BCB2-28A883FDD7FC}"/>
                </a:ext>
              </a:extLst>
            </p:cNvPr>
            <p:cNvSpPr txBox="1"/>
            <p:nvPr/>
          </p:nvSpPr>
          <p:spPr>
            <a:xfrm>
              <a:off x="-1056640" y="207564"/>
              <a:ext cx="23422050" cy="3860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521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it-IT" sz="50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39156FAB-1B82-9D03-C8A7-0025A3EED0F8}"/>
                  </a:ext>
                </a:extLst>
              </p14:cNvPr>
              <p14:cNvContentPartPr/>
              <p14:nvPr/>
            </p14:nvContentPartPr>
            <p14:xfrm>
              <a:off x="6246194" y="7162611"/>
              <a:ext cx="360" cy="360"/>
            </p14:xfrm>
          </p:contentPart>
        </mc:Choice>
        <mc:Fallback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39156FAB-1B82-9D03-C8A7-0025A3EED0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0074" y="715649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49A3B13-208D-02D1-A9AD-F178DBC52D82}"/>
              </a:ext>
            </a:extLst>
          </p:cNvPr>
          <p:cNvSpPr txBox="1"/>
          <p:nvPr/>
        </p:nvSpPr>
        <p:spPr>
          <a:xfrm>
            <a:off x="13086242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4000">
                <a:solidFill>
                  <a:srgbClr val="2A84C0"/>
                </a:solidFill>
                <a:latin typeface="Calibri"/>
              </a:rPr>
              <a:t>7/11</a:t>
            </a:r>
            <a:endParaRPr lang="it-IT" sz="4000" kern="1200">
              <a:solidFill>
                <a:srgbClr val="2A84C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>
              <a:solidFill>
                <a:srgbClr val="2A84C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3350C27-BCF9-6A89-C800-03EE0A10A5EC}"/>
              </a:ext>
            </a:extLst>
          </p:cNvPr>
          <p:cNvSpPr txBox="1"/>
          <p:nvPr/>
        </p:nvSpPr>
        <p:spPr>
          <a:xfrm>
            <a:off x="364890" y="229786"/>
            <a:ext cx="14365410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2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5400" b="1" i="0" u="none" strike="noStrike" kern="1200" cap="none" spc="0" normalizeH="0" baseline="0" noProof="0">
                <a:ln>
                  <a:noFill/>
                </a:ln>
                <a:solidFill>
                  <a:srgbClr val="2A84C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ordiaUPC" panose="020B0502040204020203" pitchFamily="34" charset="-34"/>
              </a:rPr>
              <a:t>Autovalutazione del lavoro svolto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7264D85-75B9-F0B3-C6C8-257F74B74FF3}"/>
              </a:ext>
            </a:extLst>
          </p:cNvPr>
          <p:cNvSpPr txBox="1"/>
          <p:nvPr/>
        </p:nvSpPr>
        <p:spPr>
          <a:xfrm>
            <a:off x="916433" y="2729829"/>
            <a:ext cx="15773400" cy="41614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815975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Overpass"/>
              </a:rPr>
              <a:t>Generalmente, il gruppo attualmente è soddisfatto di come sta lavorando.</a:t>
            </a:r>
            <a:endParaRPr lang="it-IT" sz="3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15975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Overpass"/>
              </a:rPr>
              <a:t>Raggiungimento della </a:t>
            </a:r>
            <a:r>
              <a:rPr lang="it-IT" sz="360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Overpass"/>
              </a:rPr>
              <a:t>Requirements</a:t>
            </a:r>
            <a:r>
              <a:rPr lang="it-IT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Overpass"/>
              </a:rPr>
              <a:t> and Technology Baseline.</a:t>
            </a:r>
            <a:endParaRPr lang="it-IT" sz="3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15975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/>
              <a:t>Siamo soddisfatti anche della Proponente </a:t>
            </a:r>
            <a:r>
              <a:rPr lang="it-IT" sz="3600" err="1"/>
              <a:t>Eggon</a:t>
            </a:r>
            <a:r>
              <a:rPr lang="it-IT" sz="3600"/>
              <a:t>, che ci sta seguendo e consigliando con competenza e diligenza.</a:t>
            </a:r>
          </a:p>
          <a:p>
            <a:pPr marL="815975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Iniziali problemi di organizzazione del lavoro.</a:t>
            </a:r>
          </a:p>
        </p:txBody>
      </p:sp>
    </p:spTree>
    <p:extLst>
      <p:ext uri="{BB962C8B-B14F-4D97-AF65-F5344CB8AC3E}">
        <p14:creationId xmlns:p14="http://schemas.microsoft.com/office/powerpoint/2010/main" val="17108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FE1C5-31B8-FC55-EF7C-366C8B3A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AD9F58E3-1890-1D4B-C0F4-0EB0C8E4F516}"/>
              </a:ext>
            </a:extLst>
          </p:cNvPr>
          <p:cNvGrpSpPr/>
          <p:nvPr/>
        </p:nvGrpSpPr>
        <p:grpSpPr>
          <a:xfrm>
            <a:off x="188063" y="1970"/>
            <a:ext cx="18296520" cy="1750631"/>
            <a:chOff x="0" y="-225594"/>
            <a:chExt cx="24395361" cy="461129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5D18617-82DE-DA34-1F16-E2D0676DC643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AD933A2-B2B9-22ED-4DF8-95471540F4B1}"/>
                </a:ext>
              </a:extLst>
            </p:cNvPr>
            <p:cNvSpPr txBox="1"/>
            <p:nvPr/>
          </p:nvSpPr>
          <p:spPr>
            <a:xfrm>
              <a:off x="973311" y="-225594"/>
              <a:ext cx="23422050" cy="42290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12"/>
                </a:lnSpc>
              </a:pPr>
              <a:r>
                <a:rPr lang="it-IT" sz="5400" b="1">
                  <a:solidFill>
                    <a:srgbClr val="2A84C0"/>
                  </a:solidFill>
                  <a:latin typeface="Verdana"/>
                  <a:ea typeface="Verdana"/>
                  <a:cs typeface="CordiaUPC"/>
                  <a:sym typeface="Fredoka"/>
                </a:rPr>
                <a:t>Esito Colloquio con il Prof. Cardin</a:t>
              </a:r>
              <a:endParaRPr lang="it-IT" sz="5400" b="1">
                <a:solidFill>
                  <a:srgbClr val="2A84C0"/>
                </a:solidFill>
                <a:latin typeface="Verdana"/>
                <a:ea typeface="Verdana"/>
                <a:cs typeface="CordiaUPC"/>
              </a:endParaRPr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43B0B2C-E11E-51D9-9CE3-8E5001BA00D9}"/>
              </a:ext>
            </a:extLst>
          </p:cNvPr>
          <p:cNvSpPr txBox="1"/>
          <p:nvPr/>
        </p:nvSpPr>
        <p:spPr>
          <a:xfrm>
            <a:off x="14145608" y="9570748"/>
            <a:ext cx="6988098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it-IT" sz="4000">
                <a:solidFill>
                  <a:srgbClr val="2A84C0"/>
                </a:solidFill>
                <a:latin typeface="Calibri"/>
              </a:rPr>
              <a:t>8/11</a:t>
            </a:r>
          </a:p>
          <a:p>
            <a:pPr algn="ctr"/>
            <a:endParaRPr lang="it-IT"/>
          </a:p>
        </p:txBody>
      </p:sp>
      <p:sp>
        <p:nvSpPr>
          <p:cNvPr id="3" name="Rettangolo con angoli arrotondati 11">
            <a:extLst>
              <a:ext uri="{FF2B5EF4-FFF2-40B4-BE49-F238E27FC236}">
                <a16:creationId xmlns:a16="http://schemas.microsoft.com/office/drawing/2014/main" id="{88E53AF6-6FD2-3C91-58E2-946DFD76267A}"/>
              </a:ext>
            </a:extLst>
          </p:cNvPr>
          <p:cNvSpPr/>
          <p:nvPr/>
        </p:nvSpPr>
        <p:spPr>
          <a:xfrm>
            <a:off x="-608175" y="2144704"/>
            <a:ext cx="17634810" cy="1087792"/>
          </a:xfrm>
          <a:prstGeom prst="round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5D0D7CD-A7AF-5649-1344-B67CC18A264B}"/>
              </a:ext>
            </a:extLst>
          </p:cNvPr>
          <p:cNvSpPr txBox="1"/>
          <p:nvPr/>
        </p:nvSpPr>
        <p:spPr>
          <a:xfrm>
            <a:off x="831112" y="2147461"/>
            <a:ext cx="15947048" cy="8338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44475" lvl="1">
              <a:lnSpc>
                <a:spcPct val="150000"/>
              </a:lnSpc>
            </a:pPr>
            <a:r>
              <a:rPr lang="it-IT" sz="3600">
                <a:solidFill>
                  <a:schemeClr val="bg1"/>
                </a:solidFill>
                <a:latin typeface="Arial"/>
                <a:cs typeface="Arial"/>
              </a:rPr>
              <a:t>Esito: positivo, con semaforo VERDE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E328002-DB76-9BD6-E21C-972642AA2D85}"/>
              </a:ext>
            </a:extLst>
          </p:cNvPr>
          <p:cNvSpPr/>
          <p:nvPr/>
        </p:nvSpPr>
        <p:spPr>
          <a:xfrm>
            <a:off x="1101810" y="3895580"/>
            <a:ext cx="6755372" cy="5680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C84381-B71B-A7A9-FF28-D1B2281C20A3}"/>
              </a:ext>
            </a:extLst>
          </p:cNvPr>
          <p:cNvSpPr/>
          <p:nvPr/>
        </p:nvSpPr>
        <p:spPr>
          <a:xfrm>
            <a:off x="1547796" y="4329276"/>
            <a:ext cx="5870497" cy="968725"/>
          </a:xfrm>
          <a:prstGeom prst="roundRect">
            <a:avLst/>
          </a:prstGeom>
          <a:solidFill>
            <a:srgbClr val="318B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24805-E0C8-1A03-5624-348C9FF6BEE9}"/>
              </a:ext>
            </a:extLst>
          </p:cNvPr>
          <p:cNvSpPr txBox="1"/>
          <p:nvPr/>
        </p:nvSpPr>
        <p:spPr>
          <a:xfrm>
            <a:off x="2593361" y="4490357"/>
            <a:ext cx="37651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3600">
                <a:solidFill>
                  <a:srgbClr val="FFFFFF"/>
                </a:solidFill>
                <a:latin typeface="Arial"/>
                <a:cs typeface="Arial"/>
              </a:rPr>
              <a:t>Punti di forza</a:t>
            </a:r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AAE360B-CC65-C42A-2F47-8199305F9C5D}"/>
              </a:ext>
            </a:extLst>
          </p:cNvPr>
          <p:cNvSpPr/>
          <p:nvPr/>
        </p:nvSpPr>
        <p:spPr>
          <a:xfrm>
            <a:off x="9669507" y="3895580"/>
            <a:ext cx="6755372" cy="5680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A46ED8-2C12-D4CD-B99A-756B7C9CC9D4}"/>
              </a:ext>
            </a:extLst>
          </p:cNvPr>
          <p:cNvSpPr/>
          <p:nvPr/>
        </p:nvSpPr>
        <p:spPr>
          <a:xfrm>
            <a:off x="10105888" y="4329276"/>
            <a:ext cx="5870497" cy="968725"/>
          </a:xfrm>
          <a:prstGeom prst="roundRect">
            <a:avLst/>
          </a:prstGeom>
          <a:solidFill>
            <a:srgbClr val="318B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68141F-3F91-2FEF-4DB0-9B0F464E58EC}"/>
              </a:ext>
            </a:extLst>
          </p:cNvPr>
          <p:cNvSpPr txBox="1"/>
          <p:nvPr/>
        </p:nvSpPr>
        <p:spPr>
          <a:xfrm>
            <a:off x="11161058" y="4490357"/>
            <a:ext cx="37651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3600">
                <a:solidFill>
                  <a:srgbClr val="FFFFFF"/>
                </a:solidFill>
                <a:latin typeface="Arial"/>
                <a:cs typeface="Arial"/>
              </a:rPr>
              <a:t>Miglioramenti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EE8E8F-0FAB-9B81-5BB6-8820274D1C89}"/>
              </a:ext>
            </a:extLst>
          </p:cNvPr>
          <p:cNvSpPr txBox="1"/>
          <p:nvPr/>
        </p:nvSpPr>
        <p:spPr>
          <a:xfrm>
            <a:off x="1670152" y="5581134"/>
            <a:ext cx="5612027" cy="27853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500" err="1">
                <a:ea typeface="Calibri"/>
                <a:cs typeface="Calibri"/>
              </a:rPr>
              <a:t>Nonostante</a:t>
            </a:r>
            <a:r>
              <a:rPr lang="en-US" sz="2500">
                <a:ea typeface="Calibri"/>
                <a:cs typeface="Calibri"/>
              </a:rPr>
              <a:t> le </a:t>
            </a:r>
            <a:r>
              <a:rPr lang="en-US" sz="2500" err="1">
                <a:ea typeface="Calibri"/>
                <a:cs typeface="Calibri"/>
              </a:rPr>
              <a:t>tecnologie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sono</a:t>
            </a:r>
            <a:r>
              <a:rPr lang="en-US" sz="2500">
                <a:ea typeface="Calibri"/>
                <a:cs typeface="Calibri"/>
              </a:rPr>
              <a:t> state quasi in toto </a:t>
            </a:r>
            <a:r>
              <a:rPr lang="en-US" sz="2500" err="1">
                <a:ea typeface="Calibri"/>
                <a:cs typeface="Calibri"/>
              </a:rPr>
              <a:t>imposte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dalla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proponente</a:t>
            </a:r>
            <a:r>
              <a:rPr lang="en-US" sz="2500">
                <a:ea typeface="Calibri"/>
                <a:cs typeface="Calibri"/>
              </a:rPr>
              <a:t>, è </a:t>
            </a:r>
            <a:r>
              <a:rPr lang="en-US" sz="2500" err="1">
                <a:ea typeface="Calibri"/>
                <a:cs typeface="Calibri"/>
              </a:rPr>
              <a:t>comunque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stata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fatta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un'ispezione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tecnologica</a:t>
            </a:r>
            <a:r>
              <a:rPr lang="en-US" sz="2500">
                <a:ea typeface="Calibri"/>
                <a:cs typeface="Calibri"/>
              </a:rPr>
              <a:t>.</a:t>
            </a:r>
          </a:p>
          <a:p>
            <a:pPr marL="457200" indent="-457200">
              <a:buFont typeface="Arial"/>
              <a:buChar char="•"/>
            </a:pPr>
            <a:r>
              <a:rPr lang="en-US" sz="2500">
                <a:ea typeface="Calibri"/>
                <a:cs typeface="Calibri"/>
              </a:rPr>
              <a:t>Il </a:t>
            </a:r>
            <a:r>
              <a:rPr lang="en-US" sz="2500" err="1">
                <a:ea typeface="Calibri"/>
                <a:cs typeface="Calibri"/>
              </a:rPr>
              <a:t>documento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AdR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ha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una</a:t>
            </a:r>
            <a:r>
              <a:rPr lang="en-US" sz="2500">
                <a:ea typeface="Calibri"/>
                <a:cs typeface="Calibri"/>
              </a:rPr>
              <a:t> forma buona e un </a:t>
            </a:r>
            <a:r>
              <a:rPr lang="en-US" sz="2500" err="1">
                <a:ea typeface="Calibri"/>
                <a:cs typeface="Calibri"/>
              </a:rPr>
              <a:t>dettaglio</a:t>
            </a:r>
            <a:r>
              <a:rPr lang="en-US" sz="2500">
                <a:ea typeface="Calibri"/>
                <a:cs typeface="Calibri"/>
              </a:rPr>
              <a:t> quasi sempre </a:t>
            </a:r>
            <a:r>
              <a:rPr lang="en-US" sz="2500" err="1">
                <a:ea typeface="Calibri"/>
                <a:cs typeface="Calibri"/>
              </a:rPr>
              <a:t>adeguato</a:t>
            </a:r>
            <a:r>
              <a:rPr lang="en-US" sz="2500">
                <a:ea typeface="Calibri"/>
                <a:cs typeface="Calibri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44E389-E1B4-4108-F275-48905D447113}"/>
              </a:ext>
            </a:extLst>
          </p:cNvPr>
          <p:cNvSpPr txBox="1"/>
          <p:nvPr/>
        </p:nvSpPr>
        <p:spPr>
          <a:xfrm>
            <a:off x="10237848" y="5581133"/>
            <a:ext cx="5612027" cy="3939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500">
                <a:ea typeface="+mn-lt"/>
                <a:cs typeface="+mn-lt"/>
              </a:rPr>
              <a:t>È </a:t>
            </a:r>
            <a:r>
              <a:rPr lang="en-US" sz="2500" err="1">
                <a:ea typeface="+mn-lt"/>
                <a:cs typeface="+mn-lt"/>
              </a:rPr>
              <a:t>necessario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perfezionare</a:t>
            </a:r>
            <a:r>
              <a:rPr lang="en-US" sz="2500">
                <a:ea typeface="+mn-lt"/>
                <a:cs typeface="+mn-lt"/>
              </a:rPr>
              <a:t> la </a:t>
            </a:r>
            <a:r>
              <a:rPr lang="en-US" sz="2500" err="1">
                <a:ea typeface="+mn-lt"/>
                <a:cs typeface="+mn-lt"/>
              </a:rPr>
              <a:t>struttura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documentale</a:t>
            </a:r>
            <a:r>
              <a:rPr lang="en-US" sz="2500">
                <a:ea typeface="+mn-lt"/>
                <a:cs typeface="+mn-lt"/>
              </a:rPr>
              <a:t> di </a:t>
            </a:r>
            <a:r>
              <a:rPr lang="en-US" sz="2500" err="1">
                <a:ea typeface="+mn-lt"/>
                <a:cs typeface="+mn-lt"/>
              </a:rPr>
              <a:t>alcuni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documenti</a:t>
            </a:r>
            <a:r>
              <a:rPr lang="en-US" sz="2500">
                <a:ea typeface="+mn-lt"/>
                <a:cs typeface="+mn-lt"/>
              </a:rPr>
              <a:t> </a:t>
            </a:r>
            <a:r>
              <a:rPr lang="en-US" sz="2500" err="1">
                <a:ea typeface="+mn-lt"/>
                <a:cs typeface="+mn-lt"/>
              </a:rPr>
              <a:t>introducendo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riferimenti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normativi</a:t>
            </a:r>
            <a:r>
              <a:rPr lang="en-US" sz="2500">
                <a:ea typeface="+mn-lt"/>
                <a:cs typeface="+mn-lt"/>
              </a:rPr>
              <a:t> e </a:t>
            </a:r>
            <a:r>
              <a:rPr lang="en-US" sz="2500" err="1">
                <a:ea typeface="+mn-lt"/>
                <a:cs typeface="+mn-lt"/>
              </a:rPr>
              <a:t>tracciamento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completo</a:t>
            </a:r>
            <a:r>
              <a:rPr lang="en-US" sz="2500">
                <a:ea typeface="+mn-lt"/>
                <a:cs typeface="+mn-lt"/>
              </a:rPr>
              <a:t>.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500" err="1">
                <a:ea typeface="Calibri"/>
                <a:cs typeface="Calibri"/>
              </a:rPr>
              <a:t>Alcuni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casi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d'uso</a:t>
            </a:r>
            <a:r>
              <a:rPr lang="en-US" sz="2500">
                <a:ea typeface="Calibri"/>
                <a:cs typeface="Calibri"/>
              </a:rPr>
              <a:t> e </a:t>
            </a:r>
            <a:r>
              <a:rPr lang="en-US" sz="2500" err="1">
                <a:ea typeface="Calibri"/>
                <a:cs typeface="Calibri"/>
              </a:rPr>
              <a:t>requisiti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tecnici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vanno</a:t>
            </a:r>
            <a:r>
              <a:rPr lang="en-US" sz="2500">
                <a:ea typeface="Calibri"/>
                <a:cs typeface="Calibri"/>
              </a:rPr>
              <a:t> </a:t>
            </a:r>
            <a:r>
              <a:rPr lang="en-US" sz="2500" err="1">
                <a:ea typeface="Calibri"/>
                <a:cs typeface="Calibri"/>
              </a:rPr>
              <a:t>rivisti</a:t>
            </a:r>
            <a:r>
              <a:rPr lang="en-US" sz="2500">
                <a:ea typeface="Calibri"/>
                <a:cs typeface="Calibri"/>
              </a:rPr>
              <a:t> o </a:t>
            </a:r>
            <a:r>
              <a:rPr lang="en-US" sz="2500" err="1">
                <a:ea typeface="Calibri"/>
                <a:cs typeface="Calibri"/>
              </a:rPr>
              <a:t>eliminati</a:t>
            </a:r>
            <a:r>
              <a:rPr lang="en-US" sz="2500">
                <a:ea typeface="Calibri"/>
                <a:cs typeface="Calibri"/>
              </a:rPr>
              <a:t> </a:t>
            </a:r>
            <a:r>
              <a:rPr lang="en-US" sz="2500">
                <a:ea typeface="+mn-lt"/>
                <a:cs typeface="+mn-lt"/>
              </a:rPr>
              <a:t>per </a:t>
            </a:r>
            <a:r>
              <a:rPr lang="en-US" sz="2500" err="1">
                <a:ea typeface="+mn-lt"/>
                <a:cs typeface="+mn-lt"/>
              </a:rPr>
              <a:t>eliminare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ambiguità</a:t>
            </a:r>
            <a:r>
              <a:rPr lang="en-US" sz="2500">
                <a:ea typeface="+mn-lt"/>
                <a:cs typeface="+mn-lt"/>
              </a:rPr>
              <a:t> e </a:t>
            </a:r>
            <a:r>
              <a:rPr lang="en-US" sz="2500" err="1">
                <a:ea typeface="+mn-lt"/>
                <a:cs typeface="+mn-lt"/>
              </a:rPr>
              <a:t>vincoli</a:t>
            </a:r>
            <a:r>
              <a:rPr lang="en-US" sz="2500">
                <a:ea typeface="+mn-lt"/>
                <a:cs typeface="+mn-lt"/>
              </a:rPr>
              <a:t> non </a:t>
            </a:r>
            <a:r>
              <a:rPr lang="en-US" sz="2500" err="1">
                <a:ea typeface="+mn-lt"/>
                <a:cs typeface="+mn-lt"/>
              </a:rPr>
              <a:t>verificabili</a:t>
            </a:r>
            <a:r>
              <a:rPr lang="en-US" sz="2500">
                <a:ea typeface="+mn-lt"/>
                <a:cs typeface="+mn-lt"/>
              </a:rPr>
              <a:t>.</a:t>
            </a:r>
            <a:endParaRPr lang="en-US" sz="250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500">
                <a:ea typeface="Calibri"/>
                <a:cs typeface="Calibri"/>
              </a:rPr>
              <a:t>Una </a:t>
            </a:r>
            <a:r>
              <a:rPr lang="en-US" sz="2500" err="1">
                <a:ea typeface="Calibri"/>
                <a:cs typeface="Calibri"/>
              </a:rPr>
              <a:t>migliore</a:t>
            </a:r>
            <a:r>
              <a:rPr lang="en-US" sz="2500">
                <a:ea typeface="Calibri"/>
                <a:cs typeface="Calibri"/>
              </a:rPr>
              <a:t> </a:t>
            </a:r>
            <a:r>
              <a:rPr lang="en-US" sz="2500" err="1">
                <a:ea typeface="Calibri"/>
                <a:cs typeface="Calibri"/>
              </a:rPr>
              <a:t>esposizione</a:t>
            </a:r>
            <a:r>
              <a:rPr lang="en-US" sz="2500">
                <a:ea typeface="Calibri"/>
                <a:cs typeface="Calibri"/>
              </a:rPr>
              <a:t> valorizzerebbe </a:t>
            </a:r>
            <a:r>
              <a:rPr lang="en-US" sz="2500" err="1">
                <a:ea typeface="Calibri"/>
                <a:cs typeface="Calibri"/>
              </a:rPr>
              <a:t>meglio</a:t>
            </a:r>
            <a:r>
              <a:rPr lang="en-US" sz="2500">
                <a:ea typeface="Calibri"/>
                <a:cs typeface="Calibri"/>
              </a:rPr>
              <a:t> il nostro </a:t>
            </a:r>
            <a:r>
              <a:rPr lang="en-US" sz="2500" err="1">
                <a:ea typeface="Calibri"/>
                <a:cs typeface="Calibri"/>
              </a:rPr>
              <a:t>lavoro</a:t>
            </a:r>
            <a:r>
              <a:rPr lang="en-US" sz="2500">
                <a:ea typeface="Calibri"/>
                <a:cs typeface="Calibri"/>
              </a:rPr>
              <a:t>.</a:t>
            </a:r>
          </a:p>
          <a:p>
            <a:pPr marL="457200" indent="-457200">
              <a:buFont typeface="Arial"/>
              <a:buChar char="•"/>
            </a:pPr>
            <a:endParaRPr lang="en-US" sz="25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1461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4D9B0-7A4C-77CA-6F86-61352E38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4BA6D79A-42A3-C42E-CE50-8BF632182851}"/>
              </a:ext>
            </a:extLst>
          </p:cNvPr>
          <p:cNvGrpSpPr/>
          <p:nvPr/>
        </p:nvGrpSpPr>
        <p:grpSpPr>
          <a:xfrm>
            <a:off x="338157" y="738594"/>
            <a:ext cx="16988110" cy="2450607"/>
            <a:chOff x="0" y="586906"/>
            <a:chExt cx="22650814" cy="645510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02543C-BCD1-5CE3-06D3-3D8062697C9A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0D82B6C-4CC0-9C4B-F2EC-FA94D2C99DCD}"/>
                </a:ext>
              </a:extLst>
            </p:cNvPr>
            <p:cNvSpPr txBox="1"/>
            <p:nvPr/>
          </p:nvSpPr>
          <p:spPr>
            <a:xfrm>
              <a:off x="568036" y="586906"/>
              <a:ext cx="22082778" cy="6455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it-IT" sz="5400" b="1">
                  <a:solidFill>
                    <a:srgbClr val="2A84C0"/>
                  </a:solidFill>
                  <a:latin typeface="Verdana"/>
                  <a:ea typeface="Verdana"/>
                  <a:cs typeface="Arial"/>
                  <a:sym typeface="Fredoka"/>
                </a:rPr>
                <a:t>Consuntivo di periodo allo stato attuale</a:t>
              </a:r>
              <a:endParaRPr lang="it-IT" sz="5400"/>
            </a:p>
            <a:p>
              <a:pPr algn="ctr">
                <a:lnSpc>
                  <a:spcPts val="15212"/>
                </a:lnSpc>
              </a:pPr>
              <a:endParaRPr lang="it-IT" sz="5400" b="1" noProof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A244DA-B435-F2A0-5FB4-CFA19085ECFA}"/>
              </a:ext>
            </a:extLst>
          </p:cNvPr>
          <p:cNvSpPr>
            <a:spLocks noGrp="1"/>
          </p:cNvSpPr>
          <p:nvPr/>
        </p:nvSpPr>
        <p:spPr>
          <a:xfrm>
            <a:off x="2797241" y="1485900"/>
            <a:ext cx="13335000" cy="78867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  <a:defRPr sz="1600">
                <a:solidFill>
                  <a:srgbClr val="212529"/>
                </a:solidFill>
              </a:defRPr>
            </a:pPr>
            <a:endParaRPr lang="it-IT" sz="3500">
              <a:solidFill>
                <a:srgbClr val="FF0000"/>
              </a:solidFill>
              <a:ea typeface="Calibri"/>
              <a:cs typeface="Calibri"/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F25C64C-22F5-9AE8-6A66-186454EE6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040834"/>
              </p:ext>
            </p:extLst>
          </p:nvPr>
        </p:nvGraphicFramePr>
        <p:xfrm>
          <a:off x="3001747" y="3619743"/>
          <a:ext cx="11234904" cy="4415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44968">
                  <a:extLst>
                    <a:ext uri="{9D8B030D-6E8A-4147-A177-3AD203B41FA5}">
                      <a16:colId xmlns:a16="http://schemas.microsoft.com/office/drawing/2014/main" val="532949470"/>
                    </a:ext>
                  </a:extLst>
                </a:gridCol>
                <a:gridCol w="3744968">
                  <a:extLst>
                    <a:ext uri="{9D8B030D-6E8A-4147-A177-3AD203B41FA5}">
                      <a16:colId xmlns:a16="http://schemas.microsoft.com/office/drawing/2014/main" val="1154503784"/>
                    </a:ext>
                  </a:extLst>
                </a:gridCol>
                <a:gridCol w="3744968">
                  <a:extLst>
                    <a:ext uri="{9D8B030D-6E8A-4147-A177-3AD203B41FA5}">
                      <a16:colId xmlns:a16="http://schemas.microsoft.com/office/drawing/2014/main" val="1526813476"/>
                    </a:ext>
                  </a:extLst>
                </a:gridCol>
              </a:tblGrid>
              <a:tr h="5518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solidFill>
                            <a:srgbClr val="FFFFFF"/>
                          </a:solidFill>
                          <a:effectLst/>
                        </a:rPr>
                        <a:t>Descrizione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solidFill>
                            <a:schemeClr val="bg1"/>
                          </a:solidFill>
                          <a:effectLst/>
                        </a:rPr>
                        <a:t>Ore (h)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solidFill>
                            <a:srgbClr val="FFFFFF"/>
                          </a:solidFill>
                          <a:effectLst/>
                        </a:rPr>
                        <a:t>Costo (€)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A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993060"/>
                  </a:ext>
                </a:extLst>
              </a:tr>
              <a:tr h="5518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Sprint 1</a:t>
                      </a:r>
                      <a:endParaRPr lang="it-IT" sz="28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49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1125€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651540"/>
                  </a:ext>
                </a:extLst>
              </a:tr>
              <a:tr h="5518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Sprint 2</a:t>
                      </a:r>
                      <a:endParaRPr lang="it-IT" sz="28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47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990€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88967"/>
                  </a:ext>
                </a:extLst>
              </a:tr>
              <a:tr h="5518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Sprint 3</a:t>
                      </a:r>
                      <a:endParaRPr lang="it-IT" sz="28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52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910€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274904"/>
                  </a:ext>
                </a:extLst>
              </a:tr>
              <a:tr h="5518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Sprint 4</a:t>
                      </a:r>
                      <a:endParaRPr lang="it-IT" sz="28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45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905€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559990"/>
                  </a:ext>
                </a:extLst>
              </a:tr>
              <a:tr h="5518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u="none" strike="noStrike">
                          <a:effectLst/>
                        </a:rPr>
                        <a:t>Sprint 5</a:t>
                      </a:r>
                      <a:endParaRPr lang="it-IT" sz="28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u="none" strike="noStrike">
                          <a:effectLst/>
                        </a:rPr>
                        <a:t>46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u="none" strike="noStrike">
                          <a:effectLst/>
                        </a:rPr>
                        <a:t>740€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08780"/>
                  </a:ext>
                </a:extLst>
              </a:tr>
              <a:tr h="5518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u="none" strike="noStrike">
                          <a:effectLst/>
                        </a:rPr>
                        <a:t>Sprint 6</a:t>
                      </a:r>
                      <a:endParaRPr lang="it-IT" sz="28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u="none" strike="noStrike">
                          <a:effectLst/>
                        </a:rPr>
                        <a:t>53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u="none" strike="noStrike">
                          <a:effectLst/>
                        </a:rPr>
                        <a:t>935€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241163"/>
                  </a:ext>
                </a:extLst>
              </a:tr>
              <a:tr h="5518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2800" b="1" u="none" strike="noStrike">
                          <a:solidFill>
                            <a:schemeClr val="bg1"/>
                          </a:solidFill>
                          <a:effectLst/>
                        </a:rPr>
                        <a:t>TOTALE UTILIZZATO</a:t>
                      </a:r>
                      <a:endParaRPr lang="it-IT"/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rgbClr val="FFFFFF"/>
                          </a:solidFill>
                          <a:effectLst/>
                        </a:rPr>
                        <a:t>292h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rgbClr val="FFFFFF"/>
                          </a:solidFill>
                          <a:effectLst/>
                        </a:rPr>
                        <a:t>5605€</a:t>
                      </a: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2A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393398"/>
                  </a:ext>
                </a:extLst>
              </a:tr>
            </a:tbl>
          </a:graphicData>
        </a:graphic>
      </p:graphicFrame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256CC75-A4F6-75EF-FB8B-CCB0845CC5C8}"/>
              </a:ext>
            </a:extLst>
          </p:cNvPr>
          <p:cNvSpPr txBox="1"/>
          <p:nvPr/>
        </p:nvSpPr>
        <p:spPr>
          <a:xfrm>
            <a:off x="13086242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it-IT" sz="4000">
                <a:solidFill>
                  <a:srgbClr val="2A84C0"/>
                </a:solidFill>
                <a:latin typeface="Calibri"/>
                <a:ea typeface="Calibri"/>
                <a:cs typeface="Calibri"/>
              </a:rPr>
              <a:t>9/11</a:t>
            </a:r>
            <a:endParaRPr lang="it-IT" sz="4000" kern="1200">
              <a:solidFill>
                <a:srgbClr val="2A84C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3A2C17C2-72C8-34CA-E2D9-735801351B0D}"/>
              </a:ext>
            </a:extLst>
          </p:cNvPr>
          <p:cNvSpPr/>
          <p:nvPr/>
        </p:nvSpPr>
        <p:spPr>
          <a:xfrm>
            <a:off x="-480386" y="2132300"/>
            <a:ext cx="17387675" cy="1056901"/>
          </a:xfrm>
          <a:prstGeom prst="round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3600">
                <a:latin typeface="Arial"/>
                <a:ea typeface="Calibri"/>
                <a:cs typeface="Arial"/>
              </a:rPr>
              <a:t>            Risorse utilizzate fino allo sprint 6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07E0212-CD05-BD55-A142-61D49A5BA58B}"/>
              </a:ext>
            </a:extLst>
          </p:cNvPr>
          <p:cNvSpPr txBox="1"/>
          <p:nvPr/>
        </p:nvSpPr>
        <p:spPr>
          <a:xfrm>
            <a:off x="262502" y="2203843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5400">
                <a:solidFill>
                  <a:schemeClr val="bg1"/>
                </a:solidFill>
                <a:latin typeface="Arial"/>
                <a:cs typeface="Arial"/>
              </a:rPr>
              <a:t>⭢   </a:t>
            </a:r>
            <a:endParaRPr lang="it-I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26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F3C3514-4DDC-A128-D355-05329F929438}"/>
              </a:ext>
            </a:extLst>
          </p:cNvPr>
          <p:cNvSpPr/>
          <p:nvPr/>
        </p:nvSpPr>
        <p:spPr>
          <a:xfrm>
            <a:off x="-536452" y="2200595"/>
            <a:ext cx="17665702" cy="1005415"/>
          </a:xfrm>
          <a:prstGeom prst="round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3600">
                <a:latin typeface="Arial"/>
                <a:ea typeface="Calibri"/>
                <a:cs typeface="Arial"/>
              </a:rPr>
              <a:t>     </a:t>
            </a:r>
            <a:r>
              <a:rPr lang="it-IT" sz="3600">
                <a:solidFill>
                  <a:srgbClr val="FFFFFF"/>
                </a:solidFill>
                <a:latin typeface="Arial"/>
                <a:ea typeface="Calibri"/>
                <a:cs typeface="Arial"/>
              </a:rPr>
              <a:t> </a:t>
            </a:r>
            <a:r>
              <a:rPr lang="it-IT" sz="3600">
                <a:latin typeface="Arial"/>
                <a:ea typeface="Calibri"/>
                <a:cs typeface="Arial"/>
              </a:rPr>
              <a:t>        Risorse previste rimanenti 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CB22BD7-C3C2-9DAF-3E21-117E5AE2886E}"/>
              </a:ext>
            </a:extLst>
          </p:cNvPr>
          <p:cNvSpPr txBox="1"/>
          <p:nvPr/>
        </p:nvSpPr>
        <p:spPr>
          <a:xfrm>
            <a:off x="260195" y="2202366"/>
            <a:ext cx="44604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5400">
                <a:solidFill>
                  <a:schemeClr val="bg1"/>
                </a:solidFill>
                <a:latin typeface="Arial"/>
                <a:cs typeface="Arial"/>
              </a:rPr>
              <a:t>⭢</a:t>
            </a:r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2DE8B13-5D4E-BB7B-A6C6-9811A7BACF4D}"/>
              </a:ext>
            </a:extLst>
          </p:cNvPr>
          <p:cNvSpPr txBox="1"/>
          <p:nvPr/>
        </p:nvSpPr>
        <p:spPr>
          <a:xfrm>
            <a:off x="706242" y="638774"/>
            <a:ext cx="1055230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5400" b="1">
                <a:solidFill>
                  <a:srgbClr val="2A84C0"/>
                </a:solidFill>
                <a:latin typeface="Verdana"/>
                <a:ea typeface="Verdana"/>
                <a:cs typeface="Verdana"/>
              </a:rPr>
              <a:t>Preventivo a finire (1/2)​</a:t>
            </a:r>
            <a:endParaRPr lang="it-IT" sz="5400" b="1">
              <a:solidFill>
                <a:srgbClr val="2A84C0"/>
              </a:solidFill>
              <a:latin typeface="Verdana"/>
              <a:ea typeface="Verdana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FCE6347-BFAE-6B44-EF9B-BFE580681D41}"/>
              </a:ext>
            </a:extLst>
          </p:cNvPr>
          <p:cNvSpPr txBox="1"/>
          <p:nvPr/>
        </p:nvSpPr>
        <p:spPr>
          <a:xfrm>
            <a:off x="12863218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it-IT" sz="4000">
                <a:solidFill>
                  <a:srgbClr val="2A84C0"/>
                </a:solidFill>
                <a:latin typeface="Calibri"/>
              </a:rPr>
              <a:t>10/11</a:t>
            </a:r>
            <a:endParaRPr lang="it-IT" sz="4000" kern="1200">
              <a:solidFill>
                <a:srgbClr val="2A84C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>
              <a:ea typeface="Calibri"/>
              <a:cs typeface="Calibri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87481F5-FF1F-88E5-E809-EC0756CDB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21068"/>
              </p:ext>
            </p:extLst>
          </p:nvPr>
        </p:nvGraphicFramePr>
        <p:xfrm>
          <a:off x="532428" y="3830485"/>
          <a:ext cx="16901546" cy="49497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0243">
                  <a:extLst>
                    <a:ext uri="{9D8B030D-6E8A-4147-A177-3AD203B41FA5}">
                      <a16:colId xmlns:a16="http://schemas.microsoft.com/office/drawing/2014/main" val="3898645536"/>
                    </a:ext>
                  </a:extLst>
                </a:gridCol>
                <a:gridCol w="1995143">
                  <a:extLst>
                    <a:ext uri="{9D8B030D-6E8A-4147-A177-3AD203B41FA5}">
                      <a16:colId xmlns:a16="http://schemas.microsoft.com/office/drawing/2014/main" val="3567244114"/>
                    </a:ext>
                  </a:extLst>
                </a:gridCol>
                <a:gridCol w="2341756">
                  <a:extLst>
                    <a:ext uri="{9D8B030D-6E8A-4147-A177-3AD203B41FA5}">
                      <a16:colId xmlns:a16="http://schemas.microsoft.com/office/drawing/2014/main" val="3164377366"/>
                    </a:ext>
                  </a:extLst>
                </a:gridCol>
                <a:gridCol w="1883631">
                  <a:extLst>
                    <a:ext uri="{9D8B030D-6E8A-4147-A177-3AD203B41FA5}">
                      <a16:colId xmlns:a16="http://schemas.microsoft.com/office/drawing/2014/main" val="2480997553"/>
                    </a:ext>
                  </a:extLst>
                </a:gridCol>
                <a:gridCol w="2112694">
                  <a:extLst>
                    <a:ext uri="{9D8B030D-6E8A-4147-A177-3AD203B41FA5}">
                      <a16:colId xmlns:a16="http://schemas.microsoft.com/office/drawing/2014/main" val="308316877"/>
                    </a:ext>
                  </a:extLst>
                </a:gridCol>
                <a:gridCol w="2360340">
                  <a:extLst>
                    <a:ext uri="{9D8B030D-6E8A-4147-A177-3AD203B41FA5}">
                      <a16:colId xmlns:a16="http://schemas.microsoft.com/office/drawing/2014/main" val="2034702653"/>
                    </a:ext>
                  </a:extLst>
                </a:gridCol>
                <a:gridCol w="1865045">
                  <a:extLst>
                    <a:ext uri="{9D8B030D-6E8A-4147-A177-3AD203B41FA5}">
                      <a16:colId xmlns:a16="http://schemas.microsoft.com/office/drawing/2014/main" val="931636665"/>
                    </a:ext>
                  </a:extLst>
                </a:gridCol>
                <a:gridCol w="2112694">
                  <a:extLst>
                    <a:ext uri="{9D8B030D-6E8A-4147-A177-3AD203B41FA5}">
                      <a16:colId xmlns:a16="http://schemas.microsoft.com/office/drawing/2014/main" val="3471413214"/>
                    </a:ext>
                  </a:extLst>
                </a:gridCol>
              </a:tblGrid>
              <a:tr h="9470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rgbClr val="FFFFFF"/>
                          </a:solidFill>
                          <a:effectLst/>
                        </a:rPr>
                        <a:t>Membro</a:t>
                      </a:r>
                      <a:endParaRPr lang="it-IT" sz="2800" b="0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Responsabile</a:t>
                      </a:r>
                      <a:endParaRPr lang="it-IT" sz="2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Amministratore</a:t>
                      </a:r>
                      <a:endParaRPr lang="it-IT" sz="2800" b="0" i="0" u="none" strike="noStrike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Analista</a:t>
                      </a:r>
                      <a:endParaRPr lang="it-IT" sz="2800" b="0" i="0" u="none" strike="noStrike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Progettista</a:t>
                      </a:r>
                      <a:endParaRPr lang="it-IT" sz="2800" b="0" i="0" u="none" strike="noStrike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Programmatore</a:t>
                      </a:r>
                      <a:endParaRPr lang="it-IT" sz="2800" b="0" i="0" u="none" strike="noStrike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Verificatore</a:t>
                      </a:r>
                      <a:endParaRPr lang="it-IT" sz="2800" b="0" i="0" u="none" strike="noStrike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Totale Ore</a:t>
                      </a:r>
                      <a:endParaRPr lang="it-IT" sz="2800" b="0" i="0" u="none" strike="noStrike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105988"/>
                  </a:ext>
                </a:extLst>
              </a:tr>
              <a:tr h="483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u="none" strike="noStrike">
                          <a:effectLst/>
                        </a:rPr>
                        <a:t>Alberto Autiero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12</a:t>
                      </a:r>
                      <a:endParaRPr lang="it-IT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661217"/>
                  </a:ext>
                </a:extLst>
              </a:tr>
              <a:tr h="483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u="none" strike="noStrike">
                          <a:effectLst/>
                        </a:rPr>
                        <a:t>Marco Favero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4</a:t>
                      </a:r>
                      <a:endParaRPr lang="it-IT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  <a:endParaRPr lang="it-IT" sz="280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777072"/>
                  </a:ext>
                </a:extLst>
              </a:tr>
              <a:tr h="483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u="none" strike="noStrike">
                          <a:effectLst/>
                        </a:rPr>
                        <a:t>Alberto Pignat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198408"/>
                  </a:ext>
                </a:extLst>
              </a:tr>
              <a:tr h="483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u="none" strike="noStrike">
                          <a:effectLst/>
                        </a:rPr>
                        <a:t>Marco Piro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518722"/>
                  </a:ext>
                </a:extLst>
              </a:tr>
              <a:tr h="483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u="none" strike="noStrike">
                          <a:effectLst/>
                        </a:rPr>
                        <a:t>Linor Sadè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15534"/>
                  </a:ext>
                </a:extLst>
              </a:tr>
              <a:tr h="483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u="none" strike="noStrike">
                          <a:effectLst/>
                        </a:rPr>
                        <a:t>Leonardo Salviato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64963"/>
                  </a:ext>
                </a:extLst>
              </a:tr>
              <a:tr h="3425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u="none" strike="noStrike">
                          <a:effectLst/>
                        </a:rPr>
                        <a:t>Luca Slongo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914584"/>
                  </a:ext>
                </a:extLst>
              </a:tr>
              <a:tr h="6649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u="none" strike="noStrike">
                          <a:solidFill>
                            <a:schemeClr val="bg1"/>
                          </a:solidFill>
                          <a:effectLst/>
                        </a:rPr>
                        <a:t>TOTALE COMPLESSIVO</a:t>
                      </a:r>
                      <a:endParaRPr lang="it-IT" sz="2000" b="0" i="0" u="none" strike="noStrike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2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32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0198C7-57EA-391A-1B7C-B461BB55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E0D91E36-1797-2A76-459E-4228DACE2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250119"/>
              </p:ext>
            </p:extLst>
          </p:nvPr>
        </p:nvGraphicFramePr>
        <p:xfrm>
          <a:off x="2979148" y="3610250"/>
          <a:ext cx="12331473" cy="5114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0491">
                  <a:extLst>
                    <a:ext uri="{9D8B030D-6E8A-4147-A177-3AD203B41FA5}">
                      <a16:colId xmlns:a16="http://schemas.microsoft.com/office/drawing/2014/main" val="1514292223"/>
                    </a:ext>
                  </a:extLst>
                </a:gridCol>
                <a:gridCol w="4110491">
                  <a:extLst>
                    <a:ext uri="{9D8B030D-6E8A-4147-A177-3AD203B41FA5}">
                      <a16:colId xmlns:a16="http://schemas.microsoft.com/office/drawing/2014/main" val="1270357705"/>
                    </a:ext>
                  </a:extLst>
                </a:gridCol>
                <a:gridCol w="4110491">
                  <a:extLst>
                    <a:ext uri="{9D8B030D-6E8A-4147-A177-3AD203B41FA5}">
                      <a16:colId xmlns:a16="http://schemas.microsoft.com/office/drawing/2014/main" val="3104626968"/>
                    </a:ext>
                  </a:extLst>
                </a:gridCol>
              </a:tblGrid>
              <a:tr h="6319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Ruolo</a:t>
                      </a:r>
                      <a:endParaRPr lang="it-IT" sz="28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solidFill>
                            <a:srgbClr val="FFFFFF"/>
                          </a:solidFill>
                          <a:effectLst/>
                        </a:rPr>
                        <a:t>Ore Rimanenti (h)</a:t>
                      </a:r>
                      <a:endParaRPr lang="it-IT" sz="2800" b="1" i="0" u="none" strike="noStrike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solidFill>
                            <a:srgbClr val="FFFFFF"/>
                          </a:solidFill>
                          <a:effectLst/>
                        </a:rPr>
                        <a:t>Costo Rimanente (€)</a:t>
                      </a:r>
                      <a:endParaRPr lang="it-IT" sz="2800" b="1" i="0" u="none" strike="noStrike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01991"/>
                  </a:ext>
                </a:extLst>
              </a:tr>
              <a:tr h="6403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effectLst/>
                        </a:rPr>
                        <a:t>Responsabile</a:t>
                      </a:r>
                      <a:endParaRPr lang="it-IT" sz="2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20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600€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961988"/>
                  </a:ext>
                </a:extLst>
              </a:tr>
              <a:tr h="6403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effectLst/>
                        </a:rPr>
                        <a:t>Amministratore</a:t>
                      </a:r>
                      <a:endParaRPr lang="it-IT" sz="2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17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340€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431345"/>
                  </a:ext>
                </a:extLst>
              </a:tr>
              <a:tr h="6403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effectLst/>
                        </a:rPr>
                        <a:t>Analista</a:t>
                      </a:r>
                      <a:endParaRPr lang="it-IT" sz="2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0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0€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25016"/>
                  </a:ext>
                </a:extLst>
              </a:tr>
              <a:tr h="6403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effectLst/>
                        </a:rPr>
                        <a:t>Progettista</a:t>
                      </a:r>
                      <a:endParaRPr lang="it-IT" sz="2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147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3675€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735743"/>
                  </a:ext>
                </a:extLst>
              </a:tr>
              <a:tr h="6403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effectLst/>
                        </a:rPr>
                        <a:t>Programmatore</a:t>
                      </a:r>
                      <a:endParaRPr lang="it-IT" sz="2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107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1605€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877036"/>
                  </a:ext>
                </a:extLst>
              </a:tr>
              <a:tr h="6403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0" u="none" strike="noStrike">
                          <a:effectLst/>
                        </a:rPr>
                        <a:t>Verificatore</a:t>
                      </a:r>
                      <a:endParaRPr lang="it-IT" sz="2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effectLst/>
                        </a:rPr>
                        <a:t>870€</a:t>
                      </a:r>
                      <a:endParaRPr lang="it-IT" sz="28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710412"/>
                  </a:ext>
                </a:extLst>
              </a:tr>
              <a:tr h="6403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solidFill>
                            <a:srgbClr val="FFFFFF"/>
                          </a:solidFill>
                          <a:effectLst/>
                        </a:rPr>
                        <a:t>TOTALE</a:t>
                      </a:r>
                      <a:endParaRPr lang="it-IT" sz="2800" b="1" i="0" u="none" strike="noStrike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solidFill>
                            <a:srgbClr val="FFFFFF"/>
                          </a:solidFill>
                          <a:effectLst/>
                        </a:rPr>
                        <a:t>349h</a:t>
                      </a:r>
                      <a:endParaRPr lang="it-IT" sz="2800" b="0" i="0" u="none" strike="noStrike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>
                          <a:solidFill>
                            <a:schemeClr val="bg1"/>
                          </a:solidFill>
                          <a:effectLst/>
                        </a:rPr>
                        <a:t>7090€</a:t>
                      </a:r>
                      <a:endParaRPr lang="it-IT" sz="28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644836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9E4FB6A-3310-1903-6941-65F27EAE236E}"/>
              </a:ext>
            </a:extLst>
          </p:cNvPr>
          <p:cNvSpPr/>
          <p:nvPr/>
        </p:nvSpPr>
        <p:spPr>
          <a:xfrm>
            <a:off x="-484965" y="2132300"/>
            <a:ext cx="17614215" cy="995118"/>
          </a:xfrm>
          <a:prstGeom prst="roundRect">
            <a:avLst/>
          </a:prstGeom>
          <a:solidFill>
            <a:srgbClr val="2A8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3600">
                <a:latin typeface="Arial"/>
                <a:ea typeface="Calibri"/>
                <a:cs typeface="Arial"/>
              </a:rPr>
              <a:t>     </a:t>
            </a:r>
            <a:r>
              <a:rPr lang="it-IT" sz="3600">
                <a:solidFill>
                  <a:srgbClr val="FFFFFF"/>
                </a:solidFill>
                <a:latin typeface="Arial"/>
                <a:ea typeface="Calibri"/>
                <a:cs typeface="Arial"/>
              </a:rPr>
              <a:t> </a:t>
            </a:r>
            <a:r>
              <a:rPr lang="it-IT" sz="3600">
                <a:latin typeface="Arial"/>
                <a:ea typeface="Calibri"/>
                <a:cs typeface="Arial"/>
              </a:rPr>
              <a:t>        Risorse previste rimanenti 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110BC2C-CA81-B2AF-8B40-F2886109DC31}"/>
              </a:ext>
            </a:extLst>
          </p:cNvPr>
          <p:cNvSpPr txBox="1"/>
          <p:nvPr/>
        </p:nvSpPr>
        <p:spPr>
          <a:xfrm>
            <a:off x="260195" y="2202366"/>
            <a:ext cx="44604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5400">
                <a:solidFill>
                  <a:schemeClr val="bg1"/>
                </a:solidFill>
                <a:latin typeface="Arial"/>
                <a:cs typeface="Arial"/>
              </a:rPr>
              <a:t>⭢</a:t>
            </a:r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962B790-7287-B25E-6B16-03A6B121EBA4}"/>
              </a:ext>
            </a:extLst>
          </p:cNvPr>
          <p:cNvSpPr txBox="1"/>
          <p:nvPr/>
        </p:nvSpPr>
        <p:spPr>
          <a:xfrm>
            <a:off x="706242" y="638774"/>
            <a:ext cx="1055230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5400" b="1">
                <a:solidFill>
                  <a:srgbClr val="2A84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Preventivo a finire (2/2)​</a:t>
            </a:r>
            <a:endParaRPr lang="it-IT" sz="5400" b="1">
              <a:solidFill>
                <a:srgbClr val="2A84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CE1E398-3B44-123B-A211-32E359A87F59}"/>
              </a:ext>
            </a:extLst>
          </p:cNvPr>
          <p:cNvSpPr txBox="1"/>
          <p:nvPr/>
        </p:nvSpPr>
        <p:spPr>
          <a:xfrm>
            <a:off x="12863218" y="9589334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it-IT" sz="4000">
                <a:solidFill>
                  <a:srgbClr val="2A84C0"/>
                </a:solidFill>
                <a:latin typeface="Calibri"/>
              </a:rPr>
              <a:t>11/11</a:t>
            </a:r>
            <a:endParaRPr lang="it-IT" sz="4000" kern="1200">
              <a:solidFill>
                <a:srgbClr val="2A84C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it-IT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574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12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revision>1</cp:revision>
  <dcterms:created xsi:type="dcterms:W3CDTF">2006-08-16T00:00:00Z</dcterms:created>
  <dcterms:modified xsi:type="dcterms:W3CDTF">2026-02-18T21:51:38Z</dcterms:modified>
  <dc:identifier>DAG2oYW1E2g</dc:identifier>
</cp:coreProperties>
</file>