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96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533400" y="2546569"/>
            <a:ext cx="15773400" cy="4989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</a:t>
            </a:r>
            <a:r>
              <a:rPr lang="it-IT" sz="3600" b="1" dirty="0"/>
              <a:t>Integrazione con </a:t>
            </a:r>
            <a:r>
              <a:rPr lang="it-IT" sz="3600" b="1" dirty="0" err="1"/>
              <a:t>Nexum</a:t>
            </a:r>
            <a:r>
              <a:rPr lang="it-IT" sz="3600" b="1" dirty="0"/>
              <a:t>:</a:t>
            </a:r>
            <a:r>
              <a:rPr lang="it-IT" sz="3600" dirty="0"/>
              <a:t> È stato complesso definire e mantenere un confine chiaro tra l'applicazione </a:t>
            </a:r>
            <a:r>
              <a:rPr lang="it-IT" sz="3600" dirty="0" err="1"/>
              <a:t>Nexum</a:t>
            </a:r>
            <a:r>
              <a:rPr lang="it-IT" sz="3600" dirty="0"/>
              <a:t> e la nostra applicazione stand-alone, particolarmente quando si utilizzano i </a:t>
            </a:r>
            <a:r>
              <a:rPr lang="it-IT" sz="3600" dirty="0" err="1"/>
              <a:t>mock</a:t>
            </a:r>
            <a:r>
              <a:rPr lang="it-IT" sz="3600" dirty="0"/>
              <a:t>.</a:t>
            </a:r>
            <a:endParaRPr lang="it-IT" sz="340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cs typeface="Arial" panose="020B0604020202020204" pitchFamily="34" charset="0"/>
                <a:sym typeface="Overpass"/>
              </a:rPr>
              <a:t> </a:t>
            </a:r>
            <a:r>
              <a:rPr lang="it-IT" sz="3600" b="1" dirty="0"/>
              <a:t>Produttività sotto le aspettative:</a:t>
            </a:r>
            <a:r>
              <a:rPr lang="it-IT" sz="3600" dirty="0"/>
              <a:t> il ritmo di sviluppo è stato più lento del previsto a causa di diverse incertezze/</a:t>
            </a:r>
            <a:r>
              <a:rPr lang="it-IT" sz="3600"/>
              <a:t>dubbi progettuali </a:t>
            </a:r>
            <a:r>
              <a:rPr lang="it-IT" sz="3600" dirty="0"/>
              <a:t>e dei diversi impegni dei membri del team.</a:t>
            </a: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5984852"/>
            <a:chOff x="0" y="-16005"/>
            <a:chExt cx="26224497" cy="7979801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4317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/>
                <a:t>Se il ruolo incaricato della stesura dei verbali è il responsabile, chi è incaricato della loro successiva verifica e approvazione?</a:t>
              </a: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/>
                <a:t>In quale fase progettuale vanno definiti i requisiti del </a:t>
              </a:r>
              <a:r>
                <a:rPr lang="it-IT" sz="3600" dirty="0" err="1"/>
                <a:t>Proof</a:t>
              </a:r>
              <a:r>
                <a:rPr lang="it-IT" sz="3600" dirty="0"/>
                <a:t> of Concept e dove vanno definiti</a:t>
              </a:r>
              <a:r>
                <a:rPr lang="it-IT" sz="34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Personalizzato</PresentationFormat>
  <Paragraphs>13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Wingdings</vt:lpstr>
      <vt:lpstr>Calibri</vt:lpstr>
      <vt:lpstr>Neue Montreal Bold</vt:lpstr>
      <vt:lpstr>Aptos</vt:lpstr>
      <vt:lpstr>Arial</vt:lpstr>
      <vt:lpstr>Goudy</vt:lpstr>
      <vt:lpstr>Tenor Sans</vt:lpstr>
      <vt:lpstr>Neue Montreal</vt:lpstr>
      <vt:lpstr>Overpass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Marco Favero</cp:lastModifiedBy>
  <cp:revision>37</cp:revision>
  <dcterms:created xsi:type="dcterms:W3CDTF">2006-08-16T00:00:00Z</dcterms:created>
  <dcterms:modified xsi:type="dcterms:W3CDTF">2025-12-01T07:31:54Z</dcterms:modified>
  <dc:identifier>DAG2oYW1E2g</dc:identifier>
</cp:coreProperties>
</file>