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Neue Montreal Bold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Tenor San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14/11/2025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533400" y="2546569"/>
            <a:ext cx="15773400" cy="2353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Documentazione: Come scrivere in modo efficace il documento Analisi dei Requisiti e Norme di Progetto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Studio del codice proprietario di </a:t>
            </a:r>
            <a:r>
              <a:rPr lang="it-IT" sz="3400" dirty="0" err="1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Nexum</a:t>
            </a: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4266945"/>
            <a:chOff x="0" y="-16005"/>
            <a:chExt cx="26224497" cy="5689259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828000" cy="202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Esporre repository? (Codice proprietario).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È necessario mettere la tabella delle decisioni/azioni nei verbali esterni?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88</Words>
  <Application>Microsoft Office PowerPoint</Application>
  <PresentationFormat>Personalizzato</PresentationFormat>
  <Paragraphs>13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3" baseType="lpstr">
      <vt:lpstr>Goudy</vt:lpstr>
      <vt:lpstr>Aptos</vt:lpstr>
      <vt:lpstr>Arial</vt:lpstr>
      <vt:lpstr>Neue Montreal Bold</vt:lpstr>
      <vt:lpstr>Tenor Sans</vt:lpstr>
      <vt:lpstr>Overpass</vt:lpstr>
      <vt:lpstr>Neue Montreal</vt:lpstr>
      <vt:lpstr>Calibri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Alberto Autiero</cp:lastModifiedBy>
  <cp:revision>36</cp:revision>
  <dcterms:created xsi:type="dcterms:W3CDTF">2006-08-16T00:00:00Z</dcterms:created>
  <dcterms:modified xsi:type="dcterms:W3CDTF">2025-11-14T08:27:21Z</dcterms:modified>
  <dc:identifier>DAG2oYW1E2g</dc:identifier>
</cp:coreProperties>
</file>