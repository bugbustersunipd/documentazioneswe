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79" r:id="rId2"/>
    <p:sldId id="257" r:id="rId3"/>
    <p:sldId id="258" r:id="rId4"/>
  </p:sldIdLst>
  <p:sldSz cx="18288000" cy="10287000"/>
  <p:notesSz cx="6858000" cy="9144000"/>
  <p:embeddedFontLst>
    <p:embeddedFont>
      <p:font typeface="Goudy" panose="020B0604020202020204" charset="0"/>
      <p:regular r:id="rId7"/>
    </p:embeddedFont>
    <p:embeddedFont>
      <p:font typeface="Neue Montreal" panose="020B0604020202020204" charset="0"/>
      <p:regular r:id="rId8"/>
    </p:embeddedFont>
    <p:embeddedFont>
      <p:font typeface="Overpass" panose="020B0604020202020204" charset="0"/>
      <p:regular r:id="rId9"/>
    </p:embeddedFont>
    <p:embeddedFont>
      <p:font typeface="Verdana" panose="020B0604030504040204" pitchFamily="34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84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52" autoAdjust="0"/>
    <p:restoredTop sz="94622" autoAdjust="0"/>
  </p:normalViewPr>
  <p:slideViewPr>
    <p:cSldViewPr>
      <p:cViewPr varScale="1">
        <p:scale>
          <a:sx n="81" d="100"/>
          <a:sy n="81" d="100"/>
        </p:scale>
        <p:origin x="126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font" Target="fonts/font5.fntdata"/><Relationship Id="rId5" Type="http://schemas.openxmlformats.org/officeDocument/2006/relationships/notesMaster" Target="notesMasters/notesMaster1.xml"/><Relationship Id="rId15" Type="http://schemas.openxmlformats.org/officeDocument/2006/relationships/viewProps" Target="view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F615E7C6-5456-E684-964B-1408B69C033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226AF60-0A7B-C5D3-0D5D-5ACC7EA64F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AC7333-F381-462D-8F6C-9383A8A44880}" type="datetime1">
              <a:rPr lang="it-IT" smtClean="0"/>
              <a:t>31/03/2026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4016391-66C1-FEE1-D68B-B0A77084FC6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5A68433-717C-9799-EA41-CD52D5EFD3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10978-F0A3-4FE1-BC07-727FDF24EDE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831892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77075A-2700-4CAD-9DF2-2B8DA98C2BEF}" type="datetime1">
              <a:rPr lang="it-IT" smtClean="0"/>
              <a:t>31/03/2026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08170C-5CFB-499E-8257-3D18EF4D2E0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563358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34108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24/03/2026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BugBusters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24/03/2026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BugBusters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24/03/2026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BugBusters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24/03/2026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BugBusters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24/03/2026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BugBusters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24/03/2026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BugBusters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24/03/2026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BugBusters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24/03/2026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BugBusters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24/03/2026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BugBusters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24/03/2026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BugBusters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24/03/2026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BugBusters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24/03/2026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BugBusters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mailto:bugbusters.unipd@gmail.com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84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778574-71A5-7579-125F-A03B942C4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>
            <a:extLst>
              <a:ext uri="{FF2B5EF4-FFF2-40B4-BE49-F238E27FC236}">
                <a16:creationId xmlns:a16="http://schemas.microsoft.com/office/drawing/2014/main" id="{DD0354FB-6652-1AB3-BB22-B8A78B2A8C3F}"/>
              </a:ext>
            </a:extLst>
          </p:cNvPr>
          <p:cNvSpPr/>
          <p:nvPr/>
        </p:nvSpPr>
        <p:spPr>
          <a:xfrm>
            <a:off x="8905132" y="1343542"/>
            <a:ext cx="3503202" cy="3501187"/>
          </a:xfrm>
          <a:custGeom>
            <a:avLst/>
            <a:gdLst/>
            <a:ahLst/>
            <a:cxnLst/>
            <a:rect l="l" t="t" r="r" b="b"/>
            <a:pathLst>
              <a:path w="1852447" h="1852447">
                <a:moveTo>
                  <a:pt x="0" y="0"/>
                </a:moveTo>
                <a:lnTo>
                  <a:pt x="1852447" y="0"/>
                </a:lnTo>
                <a:lnTo>
                  <a:pt x="1852447" y="1852447"/>
                </a:lnTo>
                <a:lnTo>
                  <a:pt x="0" y="185244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lstStyle/>
          <a:p>
            <a:endParaRPr lang="it-IT" noProof="0"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8A5A43C-B32A-6FDA-9DE0-B16BE85E2E4C}"/>
              </a:ext>
            </a:extLst>
          </p:cNvPr>
          <p:cNvSpPr txBox="1"/>
          <p:nvPr/>
        </p:nvSpPr>
        <p:spPr>
          <a:xfrm>
            <a:off x="574731" y="9158130"/>
            <a:ext cx="14090538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it-IT" sz="2800" noProof="0" dirty="0">
                <a:solidFill>
                  <a:schemeClr val="bg1"/>
                </a:solidFill>
                <a:latin typeface="Neue Montreal"/>
                <a:ea typeface="Neue Montreal"/>
                <a:cs typeface="Neue Montreal"/>
                <a:sym typeface="Neue Montreal"/>
              </a:rPr>
              <a:t>Email: </a:t>
            </a:r>
            <a:r>
              <a:rPr lang="it-IT" sz="2800" noProof="0" dirty="0">
                <a:solidFill>
                  <a:schemeClr val="bg1"/>
                </a:solidFill>
                <a:latin typeface="Neue Montreal"/>
                <a:ea typeface="Neue Montreal"/>
                <a:cs typeface="Neue Montreal"/>
                <a:sym typeface="Neue Montre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bugbusters.unipd@gmail.com</a:t>
            </a:r>
            <a:endParaRPr lang="it-IT" sz="2800" noProof="0" dirty="0">
              <a:solidFill>
                <a:schemeClr val="bg1"/>
              </a:solidFill>
              <a:latin typeface="Neue Montreal"/>
              <a:ea typeface="Neue Montreal"/>
              <a:cs typeface="Neue Montreal"/>
              <a:sym typeface="Neue Montreal"/>
            </a:endParaRPr>
          </a:p>
        </p:txBody>
      </p:sp>
      <p:pic>
        <p:nvPicPr>
          <p:cNvPr id="14" name="Immagine 13" descr="Immagine che contiene logo, Elementi grafici, design, simbolo&#10;&#10;Il contenuto generato dall'IA potrebbe non essere corretto.">
            <a:extLst>
              <a:ext uri="{FF2B5EF4-FFF2-40B4-BE49-F238E27FC236}">
                <a16:creationId xmlns:a16="http://schemas.microsoft.com/office/drawing/2014/main" id="{4C4BBFD6-8CFA-2491-F85A-138C11E6E5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45" y="101600"/>
            <a:ext cx="4259589" cy="4259589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B08B48BB-4431-9D32-F71A-097BB2431844}"/>
              </a:ext>
            </a:extLst>
          </p:cNvPr>
          <p:cNvSpPr txBox="1"/>
          <p:nvPr/>
        </p:nvSpPr>
        <p:spPr>
          <a:xfrm>
            <a:off x="4597608" y="2072575"/>
            <a:ext cx="15112584" cy="3737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399"/>
              </a:lnSpc>
            </a:pPr>
            <a:r>
              <a:rPr lang="it-IT" sz="15999" b="1" spc="-959" noProof="0" dirty="0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DIARIO DI BORDO </a:t>
            </a:r>
            <a:r>
              <a:rPr lang="it-IT" sz="9600" b="1" noProof="0" dirty="0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 </a:t>
            </a:r>
            <a:endParaRPr lang="it-IT" sz="15999" b="1" spc="-959" noProof="0" dirty="0">
              <a:solidFill>
                <a:schemeClr val="bg1"/>
              </a:solidFill>
              <a:latin typeface="Goudy"/>
              <a:ea typeface="Goudy"/>
              <a:cs typeface="Goudy"/>
              <a:sym typeface="Goudy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22096D5D-DB21-53E0-3861-32B8BF451F0D}"/>
              </a:ext>
            </a:extLst>
          </p:cNvPr>
          <p:cNvSpPr txBox="1"/>
          <p:nvPr/>
        </p:nvSpPr>
        <p:spPr>
          <a:xfrm>
            <a:off x="4597608" y="5035229"/>
            <a:ext cx="11522445" cy="1536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399"/>
              </a:lnSpc>
            </a:pPr>
            <a:r>
              <a:rPr lang="it-IT" sz="4800" b="1" noProof="0" dirty="0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BugBusters gruppo 4 – A.A 2025-2026</a:t>
            </a:r>
          </a:p>
        </p:txBody>
      </p:sp>
      <p:pic>
        <p:nvPicPr>
          <p:cNvPr id="19" name="Immagine 18" descr="Immagine che contiene testo, emblema, simbolo, moneta&#10;&#10;Il contenuto generato dall'IA potrebbe non essere corretto.">
            <a:extLst>
              <a:ext uri="{FF2B5EF4-FFF2-40B4-BE49-F238E27FC236}">
                <a16:creationId xmlns:a16="http://schemas.microsoft.com/office/drawing/2014/main" id="{2EC70E5D-850D-B50B-EB21-19350D9B48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9927" y="7915702"/>
            <a:ext cx="1672092" cy="1672092"/>
          </a:xfrm>
          <a:prstGeom prst="rect">
            <a:avLst/>
          </a:prstGeom>
        </p:spPr>
      </p:pic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4CCCA347-0A00-6B8B-9E89-704BAF7757C4}"/>
              </a:ext>
            </a:extLst>
          </p:cNvPr>
          <p:cNvSpPr txBox="1"/>
          <p:nvPr/>
        </p:nvSpPr>
        <p:spPr>
          <a:xfrm>
            <a:off x="477158" y="8189265"/>
            <a:ext cx="13024031" cy="91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20"/>
              </a:lnSpc>
            </a:pPr>
            <a:r>
              <a:rPr lang="it-IT" sz="3200" noProof="0" dirty="0">
                <a:solidFill>
                  <a:schemeClr val="bg1"/>
                </a:solidFill>
                <a:latin typeface="Neue Montreal"/>
                <a:ea typeface="Neue Montreal"/>
                <a:cs typeface="Neue Montreal"/>
                <a:sym typeface="Neue Montreal"/>
              </a:rPr>
              <a:t>Alberto Autiero, Marco Favero, Alberto Pignat, Marco Piro, </a:t>
            </a:r>
            <a:r>
              <a:rPr lang="it-IT" sz="3200" noProof="0" dirty="0" err="1">
                <a:solidFill>
                  <a:schemeClr val="bg1"/>
                </a:solidFill>
                <a:latin typeface="Neue Montreal"/>
                <a:ea typeface="Neue Montreal"/>
                <a:cs typeface="Neue Montreal"/>
                <a:sym typeface="Neue Montreal"/>
              </a:rPr>
              <a:t>Linor</a:t>
            </a:r>
            <a:r>
              <a:rPr lang="it-IT" sz="3200" noProof="0" dirty="0">
                <a:solidFill>
                  <a:schemeClr val="bg1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  <a:r>
              <a:rPr lang="it-IT" sz="3200" noProof="0" dirty="0" err="1">
                <a:solidFill>
                  <a:schemeClr val="bg1"/>
                </a:solidFill>
                <a:latin typeface="Neue Montreal"/>
                <a:ea typeface="Neue Montreal"/>
                <a:cs typeface="Neue Montreal"/>
                <a:sym typeface="Neue Montreal"/>
              </a:rPr>
              <a:t>Sadè</a:t>
            </a:r>
            <a:r>
              <a:rPr lang="it-IT" sz="3200" noProof="0" dirty="0">
                <a:solidFill>
                  <a:schemeClr val="bg1"/>
                </a:solidFill>
                <a:latin typeface="Neue Montreal"/>
                <a:ea typeface="Neue Montreal"/>
                <a:cs typeface="Neue Montreal"/>
                <a:sym typeface="Neue Montreal"/>
              </a:rPr>
              <a:t>, Leonardo Salviato, Luca Slongo</a:t>
            </a:r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389EABE0-C765-AE4E-E1C5-D73FE4616D23}"/>
              </a:ext>
            </a:extLst>
          </p:cNvPr>
          <p:cNvSpPr txBox="1"/>
          <p:nvPr/>
        </p:nvSpPr>
        <p:spPr>
          <a:xfrm>
            <a:off x="11734800" y="3835392"/>
            <a:ext cx="15112584" cy="16378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399"/>
              </a:lnSpc>
            </a:pPr>
            <a:r>
              <a:rPr lang="it-IT" sz="8000" b="1" dirty="0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1</a:t>
            </a:r>
            <a:r>
              <a:rPr lang="it-IT" sz="8000" b="1" noProof="0" dirty="0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 aprile 2026</a:t>
            </a:r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71D54C43-0226-3B0D-8244-8FB06B315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t-IT" noProof="0" smtClean="0"/>
              <a:pPr/>
              <a:t>1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1066741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10">
            <a:extLst>
              <a:ext uri="{FF2B5EF4-FFF2-40B4-BE49-F238E27FC236}">
                <a16:creationId xmlns:a16="http://schemas.microsoft.com/office/drawing/2014/main" id="{332DA96E-0155-E181-D9BA-B131B6AC1E70}"/>
              </a:ext>
            </a:extLst>
          </p:cNvPr>
          <p:cNvSpPr/>
          <p:nvPr/>
        </p:nvSpPr>
        <p:spPr>
          <a:xfrm>
            <a:off x="729282" y="2251539"/>
            <a:ext cx="16491918" cy="190136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>
              <a:ea typeface="Calibri"/>
              <a:cs typeface="Calibri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360731" y="246707"/>
            <a:ext cx="18044006" cy="2897453"/>
            <a:chOff x="0" y="522431"/>
            <a:chExt cx="24058675" cy="3863269"/>
          </a:xfrm>
        </p:grpSpPr>
        <p:sp>
          <p:nvSpPr>
            <p:cNvPr id="5" name="TextBox 5"/>
            <p:cNvSpPr txBox="1"/>
            <p:nvPr/>
          </p:nvSpPr>
          <p:spPr>
            <a:xfrm>
              <a:off x="0" y="3571631"/>
              <a:ext cx="11609426" cy="8140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87428" lvl="1" indent="-342900" algn="l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it-IT" sz="3000" noProof="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36625" y="522431"/>
              <a:ext cx="23422050" cy="23707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212"/>
                </a:lnSpc>
              </a:pPr>
              <a:r>
                <a:rPr lang="it-IT" sz="10000" b="1" noProof="0" dirty="0">
                  <a:solidFill>
                    <a:srgbClr val="2A84C0"/>
                  </a:solidFill>
                  <a:latin typeface="Goudy" panose="020B0604020202020204" charset="0"/>
                  <a:ea typeface="Fredoka"/>
                  <a:cs typeface="Fredoka"/>
                  <a:sym typeface="Fredoka"/>
                </a:rPr>
                <a:t>Difficoltà incontrate</a:t>
              </a:r>
            </a:p>
          </p:txBody>
        </p:sp>
      </p:grp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C2EA72E-9248-B9E8-48BD-1D01611DB3C9}"/>
              </a:ext>
            </a:extLst>
          </p:cNvPr>
          <p:cNvSpPr txBox="1"/>
          <p:nvPr/>
        </p:nvSpPr>
        <p:spPr>
          <a:xfrm>
            <a:off x="1066800" y="2558843"/>
            <a:ext cx="15773400" cy="1451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01728" lvl="1" indent="-4572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v"/>
            </a:pPr>
            <a:r>
              <a:rPr lang="it-IT" sz="28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Nessuna</a:t>
            </a:r>
            <a:endParaRPr lang="it-IT" sz="2800" b="1" noProof="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701728" lvl="1" indent="-4572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v"/>
            </a:pPr>
            <a:endParaRPr lang="it-IT" sz="2800" noProof="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88D818-0CC3-36C6-8D4F-AD7F40D4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228600" y="9745662"/>
            <a:ext cx="2895600" cy="365125"/>
          </a:xfrm>
        </p:spPr>
        <p:txBody>
          <a:bodyPr/>
          <a:lstStyle/>
          <a:p>
            <a:r>
              <a:rPr lang="it-IT" sz="2000" b="1" noProof="0" dirty="0">
                <a:solidFill>
                  <a:schemeClr val="tx1"/>
                </a:solidFill>
              </a:rPr>
              <a:t>BugBusters</a:t>
            </a:r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3A7658A7-BDC8-B8AA-EC8B-ABC918FD8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6280" y="9745662"/>
            <a:ext cx="894131" cy="365125"/>
          </a:xfrm>
        </p:spPr>
        <p:txBody>
          <a:bodyPr/>
          <a:lstStyle/>
          <a:p>
            <a:r>
              <a:rPr lang="it-IT" sz="2000" b="1" noProof="0" dirty="0">
                <a:solidFill>
                  <a:schemeClr val="tx1"/>
                </a:solidFill>
              </a:rPr>
              <a:t>1/2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55E43324-1448-8D8B-51C0-6ED8B80A37F3}"/>
              </a:ext>
            </a:extLst>
          </p:cNvPr>
          <p:cNvSpPr txBox="1"/>
          <p:nvPr/>
        </p:nvSpPr>
        <p:spPr>
          <a:xfrm>
            <a:off x="7893424" y="9745662"/>
            <a:ext cx="9323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/>
              <a:t>1/04/2026</a:t>
            </a:r>
            <a:endParaRPr lang="it-IT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10">
            <a:extLst>
              <a:ext uri="{FF2B5EF4-FFF2-40B4-BE49-F238E27FC236}">
                <a16:creationId xmlns:a16="http://schemas.microsoft.com/office/drawing/2014/main" id="{17DE1130-66BE-796D-806F-F73336061872}"/>
              </a:ext>
            </a:extLst>
          </p:cNvPr>
          <p:cNvSpPr/>
          <p:nvPr/>
        </p:nvSpPr>
        <p:spPr>
          <a:xfrm>
            <a:off x="729282" y="2251539"/>
            <a:ext cx="16491918" cy="258716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>
              <a:ea typeface="Calibri"/>
              <a:cs typeface="Calibri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707195" y="266700"/>
            <a:ext cx="19690460" cy="3714671"/>
            <a:chOff x="638127" y="250911"/>
            <a:chExt cx="26253946" cy="4952894"/>
          </a:xfrm>
        </p:grpSpPr>
        <p:sp>
          <p:nvSpPr>
            <p:cNvPr id="5" name="TextBox 5"/>
            <p:cNvSpPr txBox="1"/>
            <p:nvPr/>
          </p:nvSpPr>
          <p:spPr>
            <a:xfrm>
              <a:off x="638127" y="3646289"/>
              <a:ext cx="20145326" cy="92256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988744" lvl="1" indent="-5715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it-IT" sz="3400" noProof="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7576" y="250911"/>
              <a:ext cx="26224497" cy="49528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5212"/>
                </a:lnSpc>
              </a:pPr>
              <a:r>
                <a:rPr lang="it-IT" sz="9600" b="1" noProof="0" dirty="0">
                  <a:solidFill>
                    <a:srgbClr val="2A84C0"/>
                  </a:solidFill>
                  <a:latin typeface="Goudy" panose="020B0604020202020204" charset="0"/>
                  <a:ea typeface="Fredoka"/>
                  <a:cs typeface="Fredoka"/>
                  <a:sym typeface="Fredoka"/>
                </a:rPr>
                <a:t>Dubbi su come procedere</a:t>
              </a:r>
            </a:p>
            <a:p>
              <a:pPr algn="l">
                <a:lnSpc>
                  <a:spcPts val="15212"/>
                </a:lnSpc>
              </a:pPr>
              <a:endParaRPr lang="it-IT" sz="9600" b="1" noProof="0" dirty="0">
                <a:solidFill>
                  <a:srgbClr val="000000"/>
                </a:solidFill>
                <a:latin typeface="Goudy" panose="020B0604020202020204" charset="0"/>
                <a:ea typeface="Fredoka"/>
                <a:cs typeface="Fredoka"/>
                <a:sym typeface="Fredoka"/>
              </a:endParaRPr>
            </a:p>
          </p:txBody>
        </p:sp>
      </p:grp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48775BE-F0C8-3A6F-A175-77BE1EC227E0}"/>
              </a:ext>
            </a:extLst>
          </p:cNvPr>
          <p:cNvSpPr txBox="1"/>
          <p:nvPr/>
        </p:nvSpPr>
        <p:spPr>
          <a:xfrm>
            <a:off x="1219200" y="2705100"/>
            <a:ext cx="15773400" cy="1297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01728" lvl="1" indent="-4572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v"/>
            </a:pPr>
            <a:r>
              <a:rPr lang="it-IT" sz="2800" noProof="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Come funziona la </a:t>
            </a:r>
            <a:r>
              <a:rPr lang="it-IT" sz="2800" b="1" noProof="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valutazione dell’azienda sul progetto</a:t>
            </a:r>
            <a:r>
              <a:rPr lang="it-IT" sz="2800" noProof="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: dobbiamo chiedergli un feedback testuale?</a:t>
            </a:r>
            <a:r>
              <a:rPr lang="it-IT" sz="2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 L’azienda deve parlare direttamente con lei?</a:t>
            </a:r>
            <a:endParaRPr lang="it-IT" sz="2800" noProof="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  <a:sym typeface="Overpass"/>
            </a:endParaRPr>
          </a:p>
        </p:txBody>
      </p:sp>
      <p:sp>
        <p:nvSpPr>
          <p:cNvPr id="2" name="Segnaposto piè di pagina 2">
            <a:extLst>
              <a:ext uri="{FF2B5EF4-FFF2-40B4-BE49-F238E27FC236}">
                <a16:creationId xmlns:a16="http://schemas.microsoft.com/office/drawing/2014/main" id="{7CB282E6-1828-2AFA-F150-9A6D5CC8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228600" y="9745662"/>
            <a:ext cx="2895600" cy="365125"/>
          </a:xfrm>
        </p:spPr>
        <p:txBody>
          <a:bodyPr/>
          <a:lstStyle/>
          <a:p>
            <a:r>
              <a:rPr lang="it-IT" sz="2000" b="1" noProof="0" dirty="0">
                <a:solidFill>
                  <a:schemeClr val="tx1"/>
                </a:solidFill>
              </a:rPr>
              <a:t>BugBusters</a:t>
            </a:r>
          </a:p>
        </p:txBody>
      </p:sp>
      <p:sp>
        <p:nvSpPr>
          <p:cNvPr id="11" name="Segnaposto numero diapositiva 7">
            <a:extLst>
              <a:ext uri="{FF2B5EF4-FFF2-40B4-BE49-F238E27FC236}">
                <a16:creationId xmlns:a16="http://schemas.microsoft.com/office/drawing/2014/main" id="{2B017665-0075-C8EB-F386-F0429BC45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6280" y="9745662"/>
            <a:ext cx="894131" cy="365125"/>
          </a:xfrm>
        </p:spPr>
        <p:txBody>
          <a:bodyPr/>
          <a:lstStyle/>
          <a:p>
            <a:r>
              <a:rPr lang="it-IT" sz="2000" b="1" dirty="0">
                <a:solidFill>
                  <a:schemeClr val="tx1"/>
                </a:solidFill>
              </a:rPr>
              <a:t>2</a:t>
            </a:r>
            <a:r>
              <a:rPr lang="it-IT" sz="2000" b="1" noProof="0" dirty="0">
                <a:solidFill>
                  <a:schemeClr val="tx1"/>
                </a:solidFill>
              </a:rPr>
              <a:t>/2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B47C7EF8-7FBE-A0E3-3579-35EA1E5BCF90}"/>
              </a:ext>
            </a:extLst>
          </p:cNvPr>
          <p:cNvSpPr txBox="1"/>
          <p:nvPr/>
        </p:nvSpPr>
        <p:spPr>
          <a:xfrm>
            <a:off x="7893424" y="9745662"/>
            <a:ext cx="9323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/>
              <a:t>01/04/2026</a:t>
            </a:r>
            <a:endParaRPr lang="it-IT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1497</TotalTime>
  <Words>78</Words>
  <Application>Microsoft Office PowerPoint</Application>
  <PresentationFormat>Personalizzato</PresentationFormat>
  <Paragraphs>16</Paragraphs>
  <Slides>3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12" baseType="lpstr">
      <vt:lpstr>Calibri</vt:lpstr>
      <vt:lpstr>Arial</vt:lpstr>
      <vt:lpstr>Overpass</vt:lpstr>
      <vt:lpstr>Verdana</vt:lpstr>
      <vt:lpstr>Neue Montreal</vt:lpstr>
      <vt:lpstr>Wingdings</vt:lpstr>
      <vt:lpstr>Goudy</vt:lpstr>
      <vt:lpstr>Aptos</vt:lpstr>
      <vt:lpstr>Office Theme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Progetto di Gruppo</dc:title>
  <dc:creator>linolino</dc:creator>
  <cp:lastModifiedBy>Linor Sadè</cp:lastModifiedBy>
  <cp:revision>47</cp:revision>
  <dcterms:created xsi:type="dcterms:W3CDTF">2006-08-16T00:00:00Z</dcterms:created>
  <dcterms:modified xsi:type="dcterms:W3CDTF">2026-03-31T08:50:51Z</dcterms:modified>
  <dc:identifier>DAG2oYW1E2g</dc:identifier>
</cp:coreProperties>
</file>