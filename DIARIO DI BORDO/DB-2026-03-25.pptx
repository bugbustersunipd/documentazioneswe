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9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7"/>
    </p:embeddedFont>
    <p:embeddedFont>
      <p:font typeface="Neue Montreal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2" autoAdjust="0"/>
    <p:restoredTop sz="94622" autoAdjust="0"/>
  </p:normalViewPr>
  <p:slideViewPr>
    <p:cSldViewPr>
      <p:cViewPr>
        <p:scale>
          <a:sx n="75" d="100"/>
          <a:sy n="75" d="100"/>
        </p:scale>
        <p:origin x="461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615E7C6-5456-E684-964B-1408B69C03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226AF60-0A7B-C5D3-0D5D-5ACC7EA64F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C7333-F381-462D-8F6C-9383A8A44880}" type="datetime1">
              <a:rPr lang="it-IT" smtClean="0"/>
              <a:t>24/03/2026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016391-66C1-FEE1-D68B-B0A77084FC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A68433-717C-9799-EA41-CD52D5EFD3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10978-F0A3-4FE1-BC07-727FDF24ED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31892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7075A-2700-4CAD-9DF2-2B8DA98C2BEF}" type="datetime1">
              <a:rPr lang="it-IT" smtClean="0"/>
              <a:t>24/03/2026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8905132" y="1343542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 dirty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4597608" y="2072575"/>
            <a:ext cx="15112584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DIARIO DI BORDO </a:t>
            </a:r>
            <a:r>
              <a:rPr lang="it-IT" sz="96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4597608" y="5035229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 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</a:t>
            </a:r>
            <a:r>
              <a:rPr lang="it-IT" sz="3200" noProof="0" dirty="0" err="1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32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3200" noProof="0" dirty="0" err="1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32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9EABE0-C765-AE4E-E1C5-D73FE4616D23}"/>
              </a:ext>
            </a:extLst>
          </p:cNvPr>
          <p:cNvSpPr txBox="1"/>
          <p:nvPr/>
        </p:nvSpPr>
        <p:spPr>
          <a:xfrm>
            <a:off x="11734800" y="3835392"/>
            <a:ext cx="15112584" cy="163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80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25 marzo 2026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1C3FD2D-172A-8743-14CF-757953A7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 dirty="0"/>
              <a:t>BugBusters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71D54C43-0226-3B0D-8244-8FB06B31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noProof="0" smtClean="0"/>
              <a:pPr/>
              <a:t>1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32DA96E-0155-E181-D9BA-B131B6AC1E70}"/>
              </a:ext>
            </a:extLst>
          </p:cNvPr>
          <p:cNvSpPr/>
          <p:nvPr/>
        </p:nvSpPr>
        <p:spPr>
          <a:xfrm>
            <a:off x="729282" y="2251539"/>
            <a:ext cx="16491918" cy="24347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0731" y="246707"/>
            <a:ext cx="18044006" cy="2897453"/>
            <a:chOff x="0" y="522431"/>
            <a:chExt cx="24058675" cy="386326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625" y="522431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066800" y="2705100"/>
            <a:ext cx="15773400" cy="145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Scelta dei requisiti opzionali da sviluppare.</a:t>
            </a:r>
          </a:p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Difficoltà nel conciliare la ricerca dello stage con lo sviluppo del progetto.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88D818-0CC3-36C6-8D4F-AD7F40D4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857730"/>
            <a:ext cx="2895600" cy="365125"/>
          </a:xfrm>
        </p:spPr>
        <p:txBody>
          <a:bodyPr/>
          <a:lstStyle/>
          <a:p>
            <a:r>
              <a:rPr lang="it-IT" sz="2000" noProof="0" dirty="0">
                <a:solidFill>
                  <a:schemeClr val="tx1"/>
                </a:solidFill>
              </a:rPr>
              <a:t>BugBusters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3A7658A7-BDC8-B8AA-EC8B-ABC918FD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6280" y="9745662"/>
            <a:ext cx="894131" cy="365125"/>
          </a:xfrm>
        </p:spPr>
        <p:txBody>
          <a:bodyPr/>
          <a:lstStyle/>
          <a:p>
            <a:r>
              <a:rPr lang="it-IT" sz="2000" noProof="0" dirty="0">
                <a:solidFill>
                  <a:schemeClr val="tx1"/>
                </a:solidFill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17DE1130-66BE-796D-806F-F73336061872}"/>
              </a:ext>
            </a:extLst>
          </p:cNvPr>
          <p:cNvSpPr/>
          <p:nvPr/>
        </p:nvSpPr>
        <p:spPr>
          <a:xfrm>
            <a:off x="729282" y="2251539"/>
            <a:ext cx="16491918" cy="25871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07195" y="266700"/>
            <a:ext cx="19690460" cy="3714671"/>
            <a:chOff x="638127" y="250911"/>
            <a:chExt cx="26253946" cy="495289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7576" y="250911"/>
              <a:ext cx="26224497" cy="49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  <a:p>
              <a:pPr algn="l">
                <a:lnSpc>
                  <a:spcPts val="15212"/>
                </a:lnSpc>
              </a:pP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8775BE-F0C8-3A6F-A175-77BE1EC227E0}"/>
              </a:ext>
            </a:extLst>
          </p:cNvPr>
          <p:cNvSpPr txBox="1"/>
          <p:nvPr/>
        </p:nvSpPr>
        <p:spPr>
          <a:xfrm>
            <a:off x="1219200" y="2705100"/>
            <a:ext cx="15773400" cy="1297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In che momento del progetto iniziare a far partire le pratiche per avviare lo stage esterno.</a:t>
            </a:r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DF02E8DB-094F-CE8F-B950-FD5D722E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850752"/>
            <a:ext cx="2895600" cy="365125"/>
          </a:xfrm>
        </p:spPr>
        <p:txBody>
          <a:bodyPr/>
          <a:lstStyle/>
          <a:p>
            <a:r>
              <a:rPr lang="it-IT" sz="2000" noProof="0" dirty="0">
                <a:solidFill>
                  <a:schemeClr val="tx1"/>
                </a:solidFill>
              </a:rPr>
              <a:t>BugBusters</a:t>
            </a:r>
            <a:endParaRPr lang="it-IT" sz="2000" noProof="0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2B058F6-0A69-1532-DB2D-68DBB0CD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9655174"/>
            <a:ext cx="2133600" cy="365125"/>
          </a:xfrm>
        </p:spPr>
        <p:txBody>
          <a:bodyPr/>
          <a:lstStyle/>
          <a:p>
            <a:fld id="{B6F15528-21DE-4FAA-801E-634DDDAF4B2B}" type="slidenum">
              <a:rPr lang="it-IT" noProof="0" smtClean="0"/>
              <a:pPr/>
              <a:t>3</a:t>
            </a:fld>
            <a:endParaRPr lang="it-IT" noProof="0" dirty="0"/>
          </a:p>
        </p:txBody>
      </p:sp>
      <p:sp>
        <p:nvSpPr>
          <p:cNvPr id="10" name="Segnaposto numero diapositiva 7">
            <a:extLst>
              <a:ext uri="{FF2B5EF4-FFF2-40B4-BE49-F238E27FC236}">
                <a16:creationId xmlns:a16="http://schemas.microsoft.com/office/drawing/2014/main" id="{BBD077D0-29EB-D238-3111-F71CBA6A7A20}"/>
              </a:ext>
            </a:extLst>
          </p:cNvPr>
          <p:cNvSpPr txBox="1">
            <a:spLocks/>
          </p:cNvSpPr>
          <p:nvPr/>
        </p:nvSpPr>
        <p:spPr>
          <a:xfrm>
            <a:off x="17226280" y="9745662"/>
            <a:ext cx="894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noProof="0" dirty="0">
                <a:solidFill>
                  <a:schemeClr val="tx1"/>
                </a:solidFill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93</Words>
  <Application>Microsoft Office PowerPoint</Application>
  <PresentationFormat>Personalizzato</PresentationFormat>
  <Paragraphs>17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2" baseType="lpstr">
      <vt:lpstr>Neue Montreal</vt:lpstr>
      <vt:lpstr>Verdana</vt:lpstr>
      <vt:lpstr>Wingdings</vt:lpstr>
      <vt:lpstr>Goudy</vt:lpstr>
      <vt:lpstr>Aptos</vt:lpstr>
      <vt:lpstr>Calibri</vt:lpstr>
      <vt:lpstr>Arial</vt:lpstr>
      <vt:lpstr>Overpass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Alberto Pignat</cp:lastModifiedBy>
  <cp:revision>45</cp:revision>
  <dcterms:created xsi:type="dcterms:W3CDTF">2006-08-16T00:00:00Z</dcterms:created>
  <dcterms:modified xsi:type="dcterms:W3CDTF">2026-03-24T17:36:01Z</dcterms:modified>
  <dc:identifier>DAG2oYW1E2g</dc:identifier>
</cp:coreProperties>
</file>