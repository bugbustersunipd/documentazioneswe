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8" autoAdjust="0"/>
    <p:restoredTop sz="94622" autoAdjust="0"/>
  </p:normalViewPr>
  <p:slideViewPr>
    <p:cSldViewPr>
      <p:cViewPr varScale="1">
        <p:scale>
          <a:sx n="50" d="100"/>
          <a:sy n="50" d="100"/>
        </p:scale>
        <p:origin x="3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dirty="0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 dirty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en-AU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18</a:t>
            </a: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marzo 2026</a:t>
            </a:r>
            <a:endParaRPr lang="it-IT" sz="8000" b="1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697198" y="2370387"/>
            <a:ext cx="16491918" cy="23585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en-AU" sz="10000" b="1" noProof="0" dirty="0" err="1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  <a:endParaRPr lang="it-IT" sz="10000" b="1" noProof="0" dirty="0">
                <a:solidFill>
                  <a:srgbClr val="2A84C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705100"/>
            <a:ext cx="15773400" cy="1297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Diagrammi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delle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classi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rispettare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principi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SOLID ed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eliminare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le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dipendenze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nascoste</a:t>
            </a:r>
            <a:endParaRPr lang="it-IT" sz="2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DF29FD9E-AC38-2D31-11EB-C5774497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745662"/>
            <a:ext cx="2895600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BugBusters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414D028F-2294-70A6-3E3B-C91EA78B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6280" y="9745662"/>
            <a:ext cx="894131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1/2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27ED5C9-0E59-4C68-BF7E-3A0BD00A9D02}"/>
              </a:ext>
            </a:extLst>
          </p:cNvPr>
          <p:cNvSpPr txBox="1"/>
          <p:nvPr/>
        </p:nvSpPr>
        <p:spPr>
          <a:xfrm>
            <a:off x="7893424" y="9745662"/>
            <a:ext cx="932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18/03/2026</a:t>
            </a: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40"/>
            <a:ext cx="16491918" cy="1729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266700"/>
            <a:ext cx="19690460" cy="3714671"/>
            <a:chOff x="638127" y="250911"/>
            <a:chExt cx="26253946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7576" y="2509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695FCBE-5E46-72DF-D616-69024F6DAD08}"/>
              </a:ext>
            </a:extLst>
          </p:cNvPr>
          <p:cNvSpPr txBox="1"/>
          <p:nvPr/>
        </p:nvSpPr>
        <p:spPr>
          <a:xfrm>
            <a:off x="1066800" y="2705100"/>
            <a:ext cx="15773400" cy="65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Nessun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dubbio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B4E1AC6-ED36-9CC0-A146-91D16CDC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28600" y="9745662"/>
            <a:ext cx="2895600" cy="365125"/>
          </a:xfrm>
        </p:spPr>
        <p:txBody>
          <a:bodyPr/>
          <a:lstStyle/>
          <a:p>
            <a:r>
              <a:rPr lang="it-IT" sz="2000" b="1" noProof="0" dirty="0">
                <a:solidFill>
                  <a:schemeClr val="tx1"/>
                </a:solidFill>
              </a:rPr>
              <a:t>BugBusters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424D8BF9-8333-1E5B-A655-99866182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6280" y="9745662"/>
            <a:ext cx="894131" cy="365125"/>
          </a:xfrm>
        </p:spPr>
        <p:txBody>
          <a:bodyPr/>
          <a:lstStyle/>
          <a:p>
            <a:r>
              <a:rPr lang="it-IT" sz="2000" b="1" dirty="0">
                <a:solidFill>
                  <a:schemeClr val="tx1"/>
                </a:solidFill>
              </a:rPr>
              <a:t>2</a:t>
            </a:r>
            <a:r>
              <a:rPr lang="it-IT" sz="2000" b="1" noProof="0" dirty="0">
                <a:solidFill>
                  <a:schemeClr val="tx1"/>
                </a:solidFill>
              </a:rPr>
              <a:t>/2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BE74CB9-1912-6CD3-C215-FB6A1A46C6E5}"/>
              </a:ext>
            </a:extLst>
          </p:cNvPr>
          <p:cNvSpPr txBox="1"/>
          <p:nvPr/>
        </p:nvSpPr>
        <p:spPr>
          <a:xfrm>
            <a:off x="7893424" y="9745662"/>
            <a:ext cx="932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18/03/2026</a:t>
            </a:r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71</Words>
  <Application>Microsoft Office PowerPoint</Application>
  <PresentationFormat>Personalizzato</PresentationFormat>
  <Paragraphs>16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Wingdings</vt:lpstr>
      <vt:lpstr>Overpass</vt:lpstr>
      <vt:lpstr>Goudy</vt:lpstr>
      <vt:lpstr>Aptos</vt:lpstr>
      <vt:lpstr>Neue Montreal</vt:lpstr>
      <vt:lpstr>Arial</vt:lpstr>
      <vt:lpstr>Calibri</vt:lpstr>
      <vt:lpstr>Verdana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Linor Sadè</cp:lastModifiedBy>
  <cp:revision>44</cp:revision>
  <dcterms:created xsi:type="dcterms:W3CDTF">2006-08-16T00:00:00Z</dcterms:created>
  <dcterms:modified xsi:type="dcterms:W3CDTF">2026-03-25T07:31:34Z</dcterms:modified>
  <dc:identifier>DAG2oYW1E2g</dc:identifier>
</cp:coreProperties>
</file>