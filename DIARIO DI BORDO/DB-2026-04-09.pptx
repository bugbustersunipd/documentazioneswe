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79" r:id="rId2"/>
    <p:sldId id="257" r:id="rId3"/>
    <p:sldId id="258" r:id="rId4"/>
  </p:sldIdLst>
  <p:sldSz cx="18288000" cy="10287000"/>
  <p:notesSz cx="6858000" cy="9144000"/>
  <p:embeddedFontLst>
    <p:embeddedFont>
      <p:font typeface="Goudy" panose="020B0604020202020204" charset="0"/>
      <p:regular r:id="rId6"/>
    </p:embeddedFont>
    <p:embeddedFont>
      <p:font typeface="Neue Montreal" panose="020B0604020202020204" charset="0"/>
      <p:regular r:id="rId7"/>
    </p:embeddedFont>
    <p:embeddedFont>
      <p:font typeface="Overpass" panose="020B0604020202020204" charset="0"/>
      <p:regular r:id="rId8"/>
    </p:embeddedFont>
    <p:embeddedFont>
      <p:font typeface="Verdana" panose="020B060403050404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8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B0F720-89C6-421F-B01A-A81AA5D83CFC}" v="88" dt="2026-04-08T09:17:31.5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2" autoAdjust="0"/>
    <p:restoredTop sz="94622" autoAdjust="0"/>
  </p:normalViewPr>
  <p:slideViewPr>
    <p:cSldViewPr>
      <p:cViewPr varScale="1">
        <p:scale>
          <a:sx n="51" d="100"/>
          <a:sy n="51" d="100"/>
        </p:scale>
        <p:origin x="82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3B30-4F8C-4A4C-AB5E-3B02323E36F5}" type="datetimeFigureOut">
              <a:rPr lang="it-IT" smtClean="0"/>
              <a:t>09/04/2026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10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bugbusters.unipd@gmail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84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78574-71A5-7579-125F-A03B942C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DD0354FB-6652-1AB3-BB22-B8A78B2A8C3F}"/>
              </a:ext>
            </a:extLst>
          </p:cNvPr>
          <p:cNvSpPr/>
          <p:nvPr/>
        </p:nvSpPr>
        <p:spPr>
          <a:xfrm>
            <a:off x="8905132" y="1343542"/>
            <a:ext cx="3503202" cy="3501187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lstStyle/>
          <a:p>
            <a:endParaRPr lang="it-IT" noProof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8A5A43C-B32A-6FDA-9DE0-B16BE85E2E4C}"/>
              </a:ext>
            </a:extLst>
          </p:cNvPr>
          <p:cNvSpPr txBox="1"/>
          <p:nvPr/>
        </p:nvSpPr>
        <p:spPr>
          <a:xfrm>
            <a:off x="574731" y="9158130"/>
            <a:ext cx="1409053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80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Email: </a:t>
            </a:r>
            <a:r>
              <a:rPr lang="it-IT" sz="280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bugbusters.unipd@gmail.com</a:t>
            </a:r>
            <a:endParaRPr lang="it-IT" sz="2800" noProof="0">
              <a:solidFill>
                <a:schemeClr val="bg1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4C4BBFD6-8CFA-2491-F85A-138C11E6E5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45" y="101600"/>
            <a:ext cx="4259589" cy="4259589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B08B48BB-4431-9D32-F71A-097BB2431844}"/>
              </a:ext>
            </a:extLst>
          </p:cNvPr>
          <p:cNvSpPr txBox="1"/>
          <p:nvPr/>
        </p:nvSpPr>
        <p:spPr>
          <a:xfrm>
            <a:off x="4597608" y="2072575"/>
            <a:ext cx="15112584" cy="3737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15999" b="1" spc="-959" noProof="0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DIARIO DI BORDO </a:t>
            </a:r>
            <a:r>
              <a:rPr lang="it-IT" sz="96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</a:t>
            </a:r>
            <a:endParaRPr lang="it-IT" sz="15999" b="1" spc="-959" noProof="0" dirty="0">
              <a:solidFill>
                <a:schemeClr val="bg1"/>
              </a:solidFill>
              <a:latin typeface="Goudy"/>
              <a:ea typeface="Goudy"/>
              <a:cs typeface="Goudy"/>
              <a:sym typeface="Goudy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22096D5D-DB21-53E0-3861-32B8BF451F0D}"/>
              </a:ext>
            </a:extLst>
          </p:cNvPr>
          <p:cNvSpPr txBox="1"/>
          <p:nvPr/>
        </p:nvSpPr>
        <p:spPr>
          <a:xfrm>
            <a:off x="4597608" y="5035229"/>
            <a:ext cx="11522445" cy="153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4800" b="1" dirty="0" err="1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BugBusters</a:t>
            </a:r>
            <a:r>
              <a:rPr lang="it-IT" sz="48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</a:t>
            </a:r>
            <a:r>
              <a:rPr lang="it-IT" sz="4800" b="1" noProof="0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gruppo 4 – A.A 2025-2026</a:t>
            </a:r>
          </a:p>
        </p:txBody>
      </p:sp>
      <p:pic>
        <p:nvPicPr>
          <p:cNvPr id="19" name="Immagine 18" descr="Immagine che contiene testo, emblema, simbolo, moneta&#10;&#10;Il contenuto generato dall'IA potrebbe non essere corretto.">
            <a:extLst>
              <a:ext uri="{FF2B5EF4-FFF2-40B4-BE49-F238E27FC236}">
                <a16:creationId xmlns:a16="http://schemas.microsoft.com/office/drawing/2014/main" id="{2EC70E5D-850D-B50B-EB21-19350D9B48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9927" y="7915702"/>
            <a:ext cx="1672092" cy="1672092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CCCA347-0A00-6B8B-9E89-704BAF7757C4}"/>
              </a:ext>
            </a:extLst>
          </p:cNvPr>
          <p:cNvSpPr txBox="1"/>
          <p:nvPr/>
        </p:nvSpPr>
        <p:spPr>
          <a:xfrm>
            <a:off x="477158" y="8189265"/>
            <a:ext cx="13024031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3200" noProof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Alberto Autiero, Marco Favero, Alberto Pignat, Marco Piro, Linor Sadè, Leonardo Salviato, Luca Slongo</a:t>
            </a: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389EABE0-C765-AE4E-E1C5-D73FE4616D23}"/>
              </a:ext>
            </a:extLst>
          </p:cNvPr>
          <p:cNvSpPr txBox="1"/>
          <p:nvPr/>
        </p:nvSpPr>
        <p:spPr>
          <a:xfrm>
            <a:off x="11734800" y="3835392"/>
            <a:ext cx="15112584" cy="1637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en-AU" sz="80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9</a:t>
            </a:r>
            <a:r>
              <a:rPr lang="it-IT" sz="80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aprile 2026</a:t>
            </a:r>
            <a:endParaRPr lang="it-IT" sz="8000" b="1" noProof="0" dirty="0">
              <a:solidFill>
                <a:schemeClr val="bg1"/>
              </a:solidFill>
              <a:latin typeface="Goudy"/>
              <a:ea typeface="Goudy"/>
              <a:cs typeface="Goudy"/>
              <a:sym typeface="Goudy"/>
            </a:endParaRPr>
          </a:p>
        </p:txBody>
      </p:sp>
    </p:spTree>
    <p:extLst>
      <p:ext uri="{BB962C8B-B14F-4D97-AF65-F5344CB8AC3E}">
        <p14:creationId xmlns:p14="http://schemas.microsoft.com/office/powerpoint/2010/main" val="106674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332DA96E-0155-E181-D9BA-B131B6AC1E70}"/>
              </a:ext>
            </a:extLst>
          </p:cNvPr>
          <p:cNvSpPr/>
          <p:nvPr/>
        </p:nvSpPr>
        <p:spPr>
          <a:xfrm>
            <a:off x="729282" y="2251539"/>
            <a:ext cx="16491918" cy="15965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60731" y="246707"/>
            <a:ext cx="18044006" cy="2897453"/>
            <a:chOff x="0" y="522431"/>
            <a:chExt cx="24058675" cy="3863269"/>
          </a:xfrm>
        </p:grpSpPr>
        <p:sp>
          <p:nvSpPr>
            <p:cNvPr id="5" name="TextBox 5"/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6625" y="522431"/>
              <a:ext cx="23422050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en-AU" sz="10000" b="1" noProof="0" dirty="0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Difficoltà </a:t>
              </a:r>
              <a:r>
                <a:rPr lang="en-AU" sz="10000" b="1" noProof="0" dirty="0" err="1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incontrate</a:t>
              </a:r>
              <a:endParaRPr lang="it-IT" sz="10000" b="1" noProof="0" dirty="0">
                <a:solidFill>
                  <a:srgbClr val="2A84C0"/>
                </a:solidFill>
                <a:latin typeface="Goudy" panose="020B0604020202020204" charset="0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EA72E-9248-B9E8-48BD-1D01611DB3C9}"/>
              </a:ext>
            </a:extLst>
          </p:cNvPr>
          <p:cNvSpPr txBox="1"/>
          <p:nvPr/>
        </p:nvSpPr>
        <p:spPr>
          <a:xfrm>
            <a:off x="1066800" y="2705100"/>
            <a:ext cx="15773400" cy="6515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701675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it-IT" sz="2800" b="1" dirty="0">
                <a:solidFill>
                  <a:srgbClr val="000000"/>
                </a:solidFill>
                <a:latin typeface="Verdana"/>
                <a:ea typeface="Verdana"/>
                <a:cs typeface="Arial"/>
              </a:rPr>
              <a:t>Nessuna difficoltà</a:t>
            </a:r>
            <a:endParaRPr lang="it-IT" sz="2800" b="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17DE1130-66BE-796D-806F-F73336061872}"/>
              </a:ext>
            </a:extLst>
          </p:cNvPr>
          <p:cNvSpPr/>
          <p:nvPr/>
        </p:nvSpPr>
        <p:spPr>
          <a:xfrm>
            <a:off x="729282" y="2251539"/>
            <a:ext cx="16491918" cy="20537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707195" y="114300"/>
            <a:ext cx="19742414" cy="3714671"/>
            <a:chOff x="638127" y="47711"/>
            <a:chExt cx="26323218" cy="4952894"/>
          </a:xfrm>
        </p:grpSpPr>
        <p:sp>
          <p:nvSpPr>
            <p:cNvPr id="5" name="TextBox 5"/>
            <p:cNvSpPr txBox="1"/>
            <p:nvPr/>
          </p:nvSpPr>
          <p:spPr>
            <a:xfrm>
              <a:off x="638127" y="3646289"/>
              <a:ext cx="20145326" cy="9225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88744" lvl="1" indent="-5715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40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6848" y="47711"/>
              <a:ext cx="26224497" cy="49528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212"/>
                </a:lnSpc>
              </a:pPr>
              <a:r>
                <a:rPr lang="it-IT" sz="9600" b="1" dirty="0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Dubbi su come procedere</a:t>
              </a:r>
            </a:p>
            <a:p>
              <a:pPr algn="l">
                <a:lnSpc>
                  <a:spcPts val="15212"/>
                </a:lnSpc>
              </a:pPr>
              <a:endParaRPr lang="it-IT" sz="9600" b="1" noProof="0" dirty="0">
                <a:solidFill>
                  <a:srgbClr val="000000"/>
                </a:solidFill>
                <a:latin typeface="Goudy" panose="020B0604020202020204" charset="0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48775BE-F0C8-3A6F-A175-77BE1EC227E0}"/>
              </a:ext>
            </a:extLst>
          </p:cNvPr>
          <p:cNvSpPr txBox="1"/>
          <p:nvPr/>
        </p:nvSpPr>
        <p:spPr>
          <a:xfrm>
            <a:off x="1257299" y="2705100"/>
            <a:ext cx="15773400" cy="65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1675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it-IT" sz="2800" b="1" dirty="0">
                <a:solidFill>
                  <a:srgbClr val="000000"/>
                </a:solidFill>
                <a:latin typeface="Verdana"/>
                <a:ea typeface="Verdana"/>
                <a:cs typeface="Arial"/>
              </a:rPr>
              <a:t>Nessun dubbio</a:t>
            </a:r>
            <a:endParaRPr lang="it-IT" sz="2800" b="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54</Words>
  <Application>Microsoft Office PowerPoint</Application>
  <PresentationFormat>Personalizzato</PresentationFormat>
  <Paragraphs>10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12" baseType="lpstr">
      <vt:lpstr>Verdana</vt:lpstr>
      <vt:lpstr>Arial</vt:lpstr>
      <vt:lpstr>Neue Montreal</vt:lpstr>
      <vt:lpstr>Aptos</vt:lpstr>
      <vt:lpstr>Goudy</vt:lpstr>
      <vt:lpstr>Overpass</vt:lpstr>
      <vt:lpstr>Wingdings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dc:creator>linolino</dc:creator>
  <cp:lastModifiedBy>Alberto Pignat</cp:lastModifiedBy>
  <cp:revision>59</cp:revision>
  <dcterms:created xsi:type="dcterms:W3CDTF">2006-08-16T00:00:00Z</dcterms:created>
  <dcterms:modified xsi:type="dcterms:W3CDTF">2026-04-09T09:30:44Z</dcterms:modified>
  <dc:identifier>DAG2oYW1E2g</dc:identifier>
</cp:coreProperties>
</file>