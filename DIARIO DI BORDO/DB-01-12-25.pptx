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6"/>
    </p:embeddedFont>
    <p:embeddedFont>
      <p:font typeface="Neue Montreal" panose="020B0604020202020204" charset="0"/>
      <p:regular r:id="rId7"/>
    </p:embeddedFont>
    <p:embeddedFont>
      <p:font typeface="Neue Montreal Bold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Tenor San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894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27/11/2025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506" y="8229031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3105150"/>
            <a:ext cx="14665662" cy="40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DIARIO DI BORDO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3182" y="8229030"/>
            <a:ext cx="9381636" cy="118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Docente: 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Tullio Vardanega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7434" y="7916545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360731" y="208677"/>
            <a:ext cx="17566537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DIFFICOLTÀ </a:t>
              </a:r>
              <a:r>
                <a:rPr lang="it-IT" sz="10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533400" y="2546569"/>
            <a:ext cx="15773400" cy="3842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Difficoltà nel capire il confine tra l’applicazione Nexum e la nostra applicazione stand-alone (uso di mock).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cs typeface="Arial" panose="020B0604020202020204" pitchFamily="34" charset="0"/>
                <a:sym typeface="Overpass"/>
              </a:rPr>
              <a:t> Poca produttività rispetto alle aspettative.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it-IT" sz="3400" dirty="0">
              <a:solidFill>
                <a:srgbClr val="000000"/>
              </a:solidFill>
              <a:latin typeface="Overpass"/>
              <a:cs typeface="Arial" panose="020B0604020202020204" pitchFamily="34" charset="0"/>
              <a:sym typeface="Overpass"/>
            </a:endParaRP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it-IT" sz="3000" noProof="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>
            <a:extLst>
              <a:ext uri="{FF2B5EF4-FFF2-40B4-BE49-F238E27FC236}">
                <a16:creationId xmlns:a16="http://schemas.microsoft.com/office/drawing/2014/main" id="{F5702CEF-2064-56B0-3DF4-E8FB344C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1" y="-796988"/>
            <a:ext cx="3314701" cy="490868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207205" y="186979"/>
            <a:ext cx="19668373" cy="4223472"/>
            <a:chOff x="0" y="-16005"/>
            <a:chExt cx="26224497" cy="5631295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3646289"/>
              <a:ext cx="20145326" cy="196900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400" dirty="0">
                  <a:solidFill>
                    <a:srgbClr val="000000"/>
                  </a:solidFill>
                  <a:latin typeface="Overpass"/>
                  <a:ea typeface="Overpass"/>
                  <a:cs typeface="Arial" panose="020B0604020202020204" pitchFamily="34" charset="0"/>
                  <a:sym typeface="Overpass"/>
                </a:rPr>
                <a:t>Se i verbali vengono scritti dal responsabile chi li verifica/approva?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400" dirty="0">
                  <a:solidFill>
                    <a:srgbClr val="000000"/>
                  </a:solidFill>
                  <a:latin typeface="Overpass"/>
                  <a:ea typeface="Overpass"/>
                  <a:cs typeface="Arial" panose="020B0604020202020204" pitchFamily="34" charset="0"/>
                  <a:sym typeface="Overpass"/>
                </a:rPr>
                <a:t>Quando definire requisiti del PoC e dove?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6005"/>
              <a:ext cx="26224497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96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 SU COME PROCEDERE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91</Words>
  <Application>Microsoft Office PowerPoint</Application>
  <PresentationFormat>Personalizzato</PresentationFormat>
  <Paragraphs>13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3" baseType="lpstr">
      <vt:lpstr>Neue Montreal Bold</vt:lpstr>
      <vt:lpstr>Tenor Sans</vt:lpstr>
      <vt:lpstr>Calibri</vt:lpstr>
      <vt:lpstr>Wingdings</vt:lpstr>
      <vt:lpstr>Goudy</vt:lpstr>
      <vt:lpstr>Aptos</vt:lpstr>
      <vt:lpstr>Arial</vt:lpstr>
      <vt:lpstr>Neue Montreal</vt:lpstr>
      <vt:lpstr>Overpass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Marco Favero</cp:lastModifiedBy>
  <cp:revision>29</cp:revision>
  <dcterms:created xsi:type="dcterms:W3CDTF">2006-08-16T00:00:00Z</dcterms:created>
  <dcterms:modified xsi:type="dcterms:W3CDTF">2025-11-27T13:59:32Z</dcterms:modified>
  <dc:identifier>DAG2oYW1E2g</dc:identifier>
</cp:coreProperties>
</file>