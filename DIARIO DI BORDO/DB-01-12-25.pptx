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Neue Montreal Bold" panose="020B0604020202020204" charset="0"/>
      <p:regular r:id="rId8"/>
    </p:embeddedFont>
    <p:embeddedFont>
      <p:font typeface="Overpass" panose="020B0604020202020204" charset="0"/>
      <p:regular r:id="rId9"/>
    </p:embeddedFont>
    <p:embeddedFont>
      <p:font typeface="Tenor Sans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6" d="100"/>
          <a:sy n="96" d="100"/>
        </p:scale>
        <p:origin x="666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506" y="8229031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105150"/>
            <a:ext cx="14665662" cy="40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DIARIO DI BORDO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182" y="8229030"/>
            <a:ext cx="938163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Docente: 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Tullio Vardanega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434" y="791654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60731" y="208677"/>
            <a:ext cx="17566537" cy="2935483"/>
            <a:chOff x="0" y="471724"/>
            <a:chExt cx="23422050" cy="391397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0000" b="1" noProof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</a:t>
              </a:r>
              <a:r>
                <a:rPr lang="it-IT" sz="100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INCONTRATE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533400" y="2546569"/>
            <a:ext cx="15773400" cy="3842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 Difficoltà nel capire il confine tra l’applicazione Nexum e la nostra applicazione stand-alone (uso di mock).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dirty="0">
                <a:solidFill>
                  <a:srgbClr val="000000"/>
                </a:solidFill>
                <a:latin typeface="Overpass"/>
                <a:cs typeface="Arial" panose="020B0604020202020204" pitchFamily="34" charset="0"/>
                <a:sym typeface="Overpass"/>
              </a:rPr>
              <a:t> Poca produttività rispetto alle aspettative.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400" dirty="0">
              <a:solidFill>
                <a:srgbClr val="000000"/>
              </a:solidFill>
              <a:latin typeface="Overpass"/>
              <a:cs typeface="Arial" panose="020B0604020202020204" pitchFamily="34" charset="0"/>
              <a:sym typeface="Overpass"/>
            </a:endParaRP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0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F5702CEF-2064-56B0-3DF4-E8FB344C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796991" y="-796988"/>
            <a:ext cx="3314701" cy="490868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07205" y="186979"/>
            <a:ext cx="19668373" cy="5008302"/>
            <a:chOff x="0" y="-16005"/>
            <a:chExt cx="26224497" cy="6677735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30154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40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Se i verbali vengono scritti dal responsabile chi li verifica/approva?</a:t>
              </a:r>
            </a:p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40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Quando definire requisiti del PoC e dove?</a:t>
              </a:r>
            </a:p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40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Chi redige il verbale? Un </a:t>
              </a:r>
              <a:r>
                <a:rPr lang="it-IT" sz="340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ruolo preciso?</a:t>
              </a:r>
              <a:endPara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6005"/>
              <a:ext cx="26224497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100</Words>
  <Application>Microsoft Office PowerPoint</Application>
  <PresentationFormat>Personalizzato</PresentationFormat>
  <Paragraphs>14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3" baseType="lpstr">
      <vt:lpstr>Overpass</vt:lpstr>
      <vt:lpstr>Neue Montreal Bold</vt:lpstr>
      <vt:lpstr>Neue Montreal</vt:lpstr>
      <vt:lpstr>Tenor Sans</vt:lpstr>
      <vt:lpstr>Calibri</vt:lpstr>
      <vt:lpstr>Wingdings</vt:lpstr>
      <vt:lpstr>Goudy</vt:lpstr>
      <vt:lpstr>Aptos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lastModifiedBy>Marco Favero</cp:lastModifiedBy>
  <cp:revision>30</cp:revision>
  <dcterms:created xsi:type="dcterms:W3CDTF">2006-08-16T00:00:00Z</dcterms:created>
  <dcterms:modified xsi:type="dcterms:W3CDTF">2025-11-27T14:17:28Z</dcterms:modified>
  <dc:identifier>DAG2oYW1E2g</dc:identifier>
</cp:coreProperties>
</file>