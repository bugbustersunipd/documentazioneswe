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Neue Montreal Bold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Tenor Sans" panose="020B0604020202020204" charset="0"/>
      <p:regular r:id="rId10"/>
    </p:embeddedFon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4622" autoAdjust="0"/>
  </p:normalViewPr>
  <p:slideViewPr>
    <p:cSldViewPr>
      <p:cViewPr varScale="1">
        <p:scale>
          <a:sx n="95" d="100"/>
          <a:sy n="95" d="100"/>
        </p:scale>
        <p:origin x="372" y="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541831" y="2838884"/>
            <a:ext cx="15773400" cy="6212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Analisi dei requisiti: </a:t>
            </a: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dopo il colloquio con il prof. Cardin abbiamo dovuto rivedere alcuni punti, impiegando tempo non previsto.</a:t>
            </a:r>
          </a:p>
          <a:p>
            <a:pPr marL="587428" lvl="1" indent="-342900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Difficoltà tecniche con l’utilizzo di AWS </a:t>
            </a:r>
            <a:r>
              <a:rPr lang="it-IT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Bedrock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: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in particolare gestione dei guardrails e gestione degli errori / prompt bloccati. 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Rallentamento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causato dalla sessione di esami.</a:t>
            </a:r>
            <a:endParaRPr lang="it-IT" sz="3600" b="1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600" b="1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6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1044628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814459" y="-796989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28598" y="276349"/>
            <a:ext cx="19668373" cy="3228806"/>
            <a:chOff x="-3" y="263776"/>
            <a:chExt cx="26224497" cy="430507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3" y="263776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A16D10-0797-D012-66DA-6DCA1E299B7A}"/>
              </a:ext>
            </a:extLst>
          </p:cNvPr>
          <p:cNvSpPr txBox="1"/>
          <p:nvPr/>
        </p:nvSpPr>
        <p:spPr>
          <a:xfrm>
            <a:off x="1539083" y="2149627"/>
            <a:ext cx="17047405" cy="4211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it-IT" sz="2800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Come</a:t>
            </a: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strutturare la presentazione per l’RTB?</a:t>
            </a: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Come documentare il lavoro del progettista? </a:t>
            </a: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it-IT" sz="2800" b="1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it-IT" sz="3000" u="sng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109</Words>
  <Application>Microsoft Office PowerPoint</Application>
  <PresentationFormat>Personalizzato</PresentationFormat>
  <Paragraphs>16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4" baseType="lpstr">
      <vt:lpstr>Neue Montreal</vt:lpstr>
      <vt:lpstr>Overpass</vt:lpstr>
      <vt:lpstr>Neue Montreal Bold</vt:lpstr>
      <vt:lpstr>Verdana</vt:lpstr>
      <vt:lpstr>Aptos</vt:lpstr>
      <vt:lpstr>Wingdings</vt:lpstr>
      <vt:lpstr>Goudy</vt:lpstr>
      <vt:lpstr>Calibri</vt:lpstr>
      <vt:lpstr>Arial</vt:lpstr>
      <vt:lpstr>Tenor Sans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Marco Favero</cp:lastModifiedBy>
  <cp:revision>46</cp:revision>
  <dcterms:created xsi:type="dcterms:W3CDTF">2006-08-16T00:00:00Z</dcterms:created>
  <dcterms:modified xsi:type="dcterms:W3CDTF">2026-01-23T14:06:55Z</dcterms:modified>
  <dc:identifier>DAG2oYW1E2g</dc:identifier>
</cp:coreProperties>
</file>