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8288000" cy="10287000"/>
  <p:notesSz cx="6858000" cy="9144000"/>
  <p:embeddedFontLst>
    <p:embeddedFont>
      <p:font typeface="Goudy" panose="020B0604020202020204" charset="0"/>
      <p:regular r:id="rId5"/>
    </p:embeddedFont>
    <p:embeddedFont>
      <p:font typeface="Neue Montreal" panose="020B0604020202020204" charset="0"/>
      <p:regular r:id="rId6"/>
    </p:embeddedFont>
    <p:embeddedFont>
      <p:font typeface="Neue Montreal Bold" panose="020B0604020202020204" charset="0"/>
      <p:regular r:id="rId7"/>
    </p:embeddedFont>
    <p:embeddedFont>
      <p:font typeface="Overpass" panose="020B0604020202020204" charset="0"/>
      <p:regular r:id="rId8"/>
    </p:embeddedFont>
    <p:embeddedFont>
      <p:font typeface="Tenor Sans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07205" y="186979"/>
            <a:ext cx="19668373" cy="7186952"/>
            <a:chOff x="0" y="-16005"/>
            <a:chExt cx="26224497" cy="9582601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036689"/>
              <a:ext cx="20828000" cy="65299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600" dirty="0"/>
                <a:t>Come gestiamo la repository pubblica destinata alla pubblicazione della documentazione e la repository in cui effettuiamo la verifica e l'approvazione dei documenti?</a:t>
              </a:r>
            </a:p>
            <a:p>
              <a:pPr marL="988744" lvl="1" indent="-5715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600" dirty="0"/>
                <a:t>Con quale livello di dettaglio suddividiamo i requisiti in funzionali e non funzionali, essenziali e desiderabili?</a:t>
              </a:r>
            </a:p>
            <a:p>
              <a:pPr marL="988744" lvl="1" indent="-5715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600" dirty="0"/>
                <a:t>È necessario definire nuovi requisiti per l'applicazione standalone?</a:t>
              </a:r>
              <a:endParaRPr lang="it-IT" sz="3500" dirty="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6005"/>
              <a:ext cx="26224497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91</Words>
  <Application>Microsoft Office PowerPoint</Application>
  <PresentationFormat>Personalizzato</PresentationFormat>
  <Paragraphs>10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12" baseType="lpstr">
      <vt:lpstr>Neue Montreal Bold</vt:lpstr>
      <vt:lpstr>Wingdings</vt:lpstr>
      <vt:lpstr>Calibri</vt:lpstr>
      <vt:lpstr>Goudy</vt:lpstr>
      <vt:lpstr>Aptos</vt:lpstr>
      <vt:lpstr>Arial</vt:lpstr>
      <vt:lpstr>Neue Montreal</vt:lpstr>
      <vt:lpstr>Overpass</vt:lpstr>
      <vt:lpstr>Tenor Sans</vt:lpstr>
      <vt:lpstr>Office Theme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Alberto Autiero</cp:lastModifiedBy>
  <cp:revision>51</cp:revision>
  <dcterms:created xsi:type="dcterms:W3CDTF">2006-08-16T00:00:00Z</dcterms:created>
  <dcterms:modified xsi:type="dcterms:W3CDTF">2025-11-19T15:00:58Z</dcterms:modified>
  <dc:identifier>DAG2oYW1E2g</dc:identifier>
</cp:coreProperties>
</file>