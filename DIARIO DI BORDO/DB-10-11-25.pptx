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Goudy" panose="020B0604020202020204" charset="0"/>
      <p:regular r:id="rId6"/>
    </p:embeddedFont>
    <p:embeddedFont>
      <p:font typeface="Neue Montreal" panose="020B0604020202020204" charset="0"/>
      <p:regular r:id="rId7"/>
    </p:embeddedFont>
    <p:embeddedFont>
      <p:font typeface="Neue Montreal Bold" panose="020B0604020202020204" charset="0"/>
      <p:regular r:id="rId8"/>
    </p:embeddedFont>
    <p:embeddedFont>
      <p:font typeface="Overpass" panose="020B0604020202020204" charset="0"/>
      <p:regular r:id="rId9"/>
    </p:embeddedFont>
    <p:embeddedFont>
      <p:font typeface="Tenor Sans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96" y="27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3B30-4F8C-4A4C-AB5E-3B02323E36F5}" type="datetimeFigureOut">
              <a:rPr lang="it-IT" smtClean="0"/>
              <a:t>10/11/2025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10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6506" y="8229031"/>
            <a:ext cx="2394262" cy="1358721"/>
            <a:chOff x="0" y="-30918"/>
            <a:chExt cx="630588" cy="357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0588" cy="300703"/>
            </a:xfrm>
            <a:custGeom>
              <a:avLst/>
              <a:gdLst/>
              <a:ahLst/>
              <a:cxnLst/>
              <a:rect l="l" t="t" r="r" b="b"/>
              <a:pathLst>
                <a:path w="630588" h="300703">
                  <a:moveTo>
                    <a:pt x="0" y="0"/>
                  </a:moveTo>
                  <a:lnTo>
                    <a:pt x="630588" y="0"/>
                  </a:lnTo>
                  <a:lnTo>
                    <a:pt x="630588" y="300703"/>
                  </a:lnTo>
                  <a:lnTo>
                    <a:pt x="0" y="300703"/>
                  </a:ln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0918"/>
              <a:ext cx="630588" cy="357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it-IT" sz="2999" b="1" noProof="0" dirty="0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GRUPPO 4</a:t>
              </a:r>
            </a:p>
            <a:p>
              <a:pPr algn="ctr">
                <a:lnSpc>
                  <a:spcPts val="4199"/>
                </a:lnSpc>
              </a:pPr>
              <a:r>
                <a:rPr lang="it-IT" sz="2999" b="1" noProof="0" dirty="0" err="1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BugBusters</a:t>
              </a:r>
              <a:endParaRPr lang="it-IT" sz="2999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6856440" y="0"/>
            <a:ext cx="1431560" cy="10287000"/>
            <a:chOff x="0" y="0"/>
            <a:chExt cx="377036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7036" cy="2709333"/>
            </a:xfrm>
            <a:custGeom>
              <a:avLst/>
              <a:gdLst/>
              <a:ahLst/>
              <a:cxnLst/>
              <a:rect l="l" t="t" r="r" b="b"/>
              <a:pathLst>
                <a:path w="377036" h="2709333">
                  <a:moveTo>
                    <a:pt x="0" y="0"/>
                  </a:moveTo>
                  <a:lnTo>
                    <a:pt x="377036" y="0"/>
                  </a:lnTo>
                  <a:lnTo>
                    <a:pt x="37703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FF3B4B">
                    <a:alpha val="100000"/>
                  </a:srgbClr>
                </a:gs>
                <a:gs pos="100000">
                  <a:srgbClr val="98C4E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7703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lang="it-IT" noProof="0"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310726" y="359613"/>
            <a:ext cx="1431560" cy="1484953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3105150"/>
            <a:ext cx="14665662" cy="409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9"/>
              </a:lnSpc>
            </a:pPr>
            <a:r>
              <a:rPr lang="it-IT" sz="15999" spc="-959" noProof="0" dirty="0">
                <a:solidFill>
                  <a:srgbClr val="000000"/>
                </a:solidFill>
                <a:latin typeface="Goudy"/>
                <a:ea typeface="Goudy"/>
                <a:cs typeface="Goudy"/>
                <a:sym typeface="Goudy"/>
              </a:rPr>
              <a:t>DIARIO DI BORDO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0349" y="681623"/>
            <a:ext cx="3272849" cy="95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9"/>
              </a:lnSpc>
            </a:pPr>
            <a:r>
              <a:rPr lang="it-IT" sz="2713" noProof="0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UNIVERSITÁ DEGLI STUDI DI PADOVA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53182" y="8229030"/>
            <a:ext cx="938163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3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Team: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Alberto Autiero, Marco Favero, Alberto Pignat, Marco Piro, </a:t>
            </a:r>
            <a:r>
              <a:rPr lang="it-IT" sz="23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Linor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  <a:r>
              <a:rPr lang="it-IT" sz="23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Sadè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, Leonardo Salviato, Luca Slongo</a:t>
            </a:r>
          </a:p>
          <a:p>
            <a:pPr algn="l">
              <a:lnSpc>
                <a:spcPts val="3220"/>
              </a:lnSpc>
            </a:pPr>
            <a:r>
              <a:rPr lang="it-IT" sz="23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Docente: 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Tullio Vardanega</a:t>
            </a: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75F21F41-09A7-54FF-8F57-7FC200200F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7434" y="7916545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360731" y="208677"/>
            <a:ext cx="17566537" cy="2935483"/>
            <a:chOff x="0" y="471724"/>
            <a:chExt cx="23422050" cy="3913976"/>
          </a:xfrm>
        </p:grpSpPr>
        <p:sp>
          <p:nvSpPr>
            <p:cNvPr id="5" name="TextBox 5"/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1724"/>
              <a:ext cx="23422050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100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DIFFICOLTÁ INCONTRATE</a:t>
              </a: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EA72E-9248-B9E8-48BD-1D01611DB3C9}"/>
              </a:ext>
            </a:extLst>
          </p:cNvPr>
          <p:cNvSpPr txBox="1"/>
          <p:nvPr/>
        </p:nvSpPr>
        <p:spPr>
          <a:xfrm>
            <a:off x="533400" y="2546569"/>
            <a:ext cx="15773400" cy="6981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7428" lvl="1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40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 Pianificazione della rotazione dei ruoli: pianificare un sistema di rotazione ragionevole dei ruoli che permetta di allinearci con gli sprint dell’azienda.</a:t>
            </a:r>
          </a:p>
          <a:p>
            <a:pPr marL="587428" lvl="1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4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 Gestione del tempo: bilanciare impegni universitari e attività progettuali.</a:t>
            </a:r>
          </a:p>
          <a:p>
            <a:pPr marL="587428" lvl="1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40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 Riprogettazione del sito e renderlo accessibile secondo le nostre conoscenze.</a:t>
            </a:r>
          </a:p>
          <a:p>
            <a:pPr marL="587428" lvl="1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340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 Sviluppare un workflow efficace ed efficiente per i documenti che permetta di controllarli e rilasciarli in produzione solo quando sono approvati.</a:t>
            </a:r>
          </a:p>
          <a:p>
            <a:pPr marL="244528" lvl="1">
              <a:lnSpc>
                <a:spcPct val="150000"/>
              </a:lnSpc>
            </a:pPr>
            <a:endParaRPr lang="it-IT" sz="3400" dirty="0">
              <a:solidFill>
                <a:srgbClr val="000000"/>
              </a:solidFill>
              <a:latin typeface="Overpass"/>
              <a:ea typeface="Overpass"/>
              <a:cs typeface="Arial" panose="020B0604020202020204" pitchFamily="34" charset="0"/>
              <a:sym typeface="Overpass"/>
            </a:endParaRPr>
          </a:p>
          <a:p>
            <a:pPr marL="587428" lvl="1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it-IT" sz="3000" noProof="0" dirty="0">
              <a:solidFill>
                <a:srgbClr val="000000"/>
              </a:solidFill>
              <a:latin typeface="Overpass"/>
              <a:ea typeface="Overpass"/>
              <a:cs typeface="Arial" panose="020B0604020202020204" pitchFamily="34" charset="0"/>
              <a:sym typeface="Overpas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F5702CEF-2064-56B0-3DF4-E8FB344C19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034" b="46739"/>
          <a:stretch>
            <a:fillRect/>
          </a:stretch>
        </p:blipFill>
        <p:spPr>
          <a:xfrm rot="-5400000" flipH="1">
            <a:off x="796991" y="-796988"/>
            <a:ext cx="3314701" cy="490868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07205" y="186979"/>
            <a:ext cx="19668373" cy="7542008"/>
            <a:chOff x="0" y="-16005"/>
            <a:chExt cx="26224497" cy="10056009"/>
          </a:xfrm>
        </p:grpSpPr>
        <p:sp>
          <p:nvSpPr>
            <p:cNvPr id="5" name="TextBox 5"/>
            <p:cNvSpPr txBox="1"/>
            <p:nvPr/>
          </p:nvSpPr>
          <p:spPr>
            <a:xfrm>
              <a:off x="638127" y="3646289"/>
              <a:ext cx="20145326" cy="63937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88744" lvl="1" indent="-5715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500" dirty="0">
                  <a:solidFill>
                    <a:srgbClr val="000000"/>
                  </a:solidFill>
                  <a:latin typeface="Overpass"/>
                  <a:ea typeface="Overpass"/>
                  <a:cs typeface="Overpass"/>
                  <a:sym typeface="Overpass"/>
                </a:rPr>
                <a:t>Qual è il miglior metodo per visualizzare il glossario?</a:t>
              </a:r>
            </a:p>
            <a:p>
              <a:pPr marL="988744" lvl="1" indent="-5715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500" dirty="0">
                  <a:solidFill>
                    <a:srgbClr val="000000"/>
                  </a:solidFill>
                  <a:latin typeface="Overpass"/>
                  <a:ea typeface="Overpass"/>
                  <a:cs typeface="Overpass"/>
                  <a:sym typeface="Overpass"/>
                </a:rPr>
                <a:t>Come fare a collegare il glossario ai documenti?</a:t>
              </a:r>
            </a:p>
            <a:p>
              <a:pPr marL="988744" lvl="1" indent="-5715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500" dirty="0">
                  <a:solidFill>
                    <a:srgbClr val="000000"/>
                  </a:solidFill>
                  <a:latin typeface="Overpass"/>
                  <a:ea typeface="Overpass"/>
                  <a:cs typeface="Overpass"/>
                  <a:sym typeface="Overpass"/>
                </a:rPr>
                <a:t>Come gestire e organizzare gli sprint in modo ottimale? </a:t>
              </a:r>
            </a:p>
            <a:p>
              <a:pPr marL="988744" lvl="1" indent="-5715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500" dirty="0">
                  <a:solidFill>
                    <a:srgbClr val="000000"/>
                  </a:solidFill>
                  <a:latin typeface="Overpass"/>
                  <a:ea typeface="Overpass"/>
                  <a:cs typeface="Overpass"/>
                  <a:sym typeface="Overpass"/>
                </a:rPr>
                <a:t>Quale approccio adottare per apprendere nuove tecnologie?</a:t>
              </a:r>
            </a:p>
            <a:p>
              <a:pPr marL="988744" lvl="1" indent="-5715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it-IT" sz="3600" dirty="0">
                  <a:solidFill>
                    <a:srgbClr val="000000"/>
                  </a:solidFill>
                  <a:latin typeface="Overpass"/>
                  <a:ea typeface="Overpass"/>
                  <a:cs typeface="Arial" panose="020B0604020202020204" pitchFamily="34" charset="0"/>
                  <a:sym typeface="Overpass"/>
                </a:rPr>
                <a:t>Tracciamento delle attività non direttamente collegate alla documentazione (es: studio delle tecnologie)?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6005"/>
              <a:ext cx="26224497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96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DUBBI SU COME PROCEDERE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Microsoft Office PowerPoint</Application>
  <PresentationFormat>Personalizzato</PresentationFormat>
  <Paragraphs>18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13" baseType="lpstr">
      <vt:lpstr>Arial</vt:lpstr>
      <vt:lpstr>Calibri</vt:lpstr>
      <vt:lpstr>Tenor Sans</vt:lpstr>
      <vt:lpstr>Overpass</vt:lpstr>
      <vt:lpstr>Wingdings</vt:lpstr>
      <vt:lpstr>Goudy</vt:lpstr>
      <vt:lpstr>Aptos</vt:lpstr>
      <vt:lpstr>Neue Montreal</vt:lpstr>
      <vt:lpstr>Neue Montreal Bold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cp:lastModifiedBy>Marco Favero</cp:lastModifiedBy>
  <cp:revision>26</cp:revision>
  <dcterms:created xsi:type="dcterms:W3CDTF">2006-08-16T00:00:00Z</dcterms:created>
  <dcterms:modified xsi:type="dcterms:W3CDTF">2025-11-10T08:36:37Z</dcterms:modified>
  <dc:identifier>DAG2oYW1E2g</dc:identifier>
</cp:coreProperties>
</file>