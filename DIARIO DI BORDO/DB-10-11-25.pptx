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8288000" cy="10287000"/>
  <p:notesSz cx="6858000" cy="9144000"/>
  <p:embeddedFontLst>
    <p:embeddedFont>
      <p:font typeface="Goudy" panose="020B0604020202020204" charset="0"/>
      <p:regular r:id="rId6"/>
    </p:embeddedFont>
    <p:embeddedFont>
      <p:font typeface="Neue Montreal" panose="020B0604020202020204" charset="0"/>
      <p:regular r:id="rId7"/>
    </p:embeddedFont>
    <p:embeddedFont>
      <p:font typeface="Neue Montreal Bold" panose="020B0604020202020204" charset="0"/>
      <p:regular r:id="rId8"/>
    </p:embeddedFont>
    <p:embeddedFont>
      <p:font typeface="Overpass" panose="020B0604020202020204" charset="0"/>
      <p:regular r:id="rId9"/>
    </p:embeddedFont>
    <p:embeddedFont>
      <p:font typeface="Tenor Sans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126" y="9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08/11/2025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6506" y="8229031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3105150"/>
            <a:ext cx="14665662" cy="4095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DIARIO DI BORDO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453182" y="8229030"/>
            <a:ext cx="9381636" cy="118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3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3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3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  <a:p>
            <a:pPr algn="l">
              <a:lnSpc>
                <a:spcPts val="3220"/>
              </a:lnSpc>
            </a:pPr>
            <a:r>
              <a:rPr lang="it-IT" sz="23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Docente: 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Tullio Vardanega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7434" y="7916545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4955704" y="7197948"/>
            <a:ext cx="3468258" cy="3089052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360731" y="208677"/>
            <a:ext cx="17566537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3707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12"/>
                </a:lnSpc>
              </a:pPr>
              <a:r>
                <a:rPr lang="it-IT" sz="10000" b="1" noProof="0" dirty="0">
                  <a:solidFill>
                    <a:srgbClr val="00000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DIFFICOLTÁ INCONTRATE</a:t>
              </a: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533400" y="2546569"/>
            <a:ext cx="15773400" cy="6612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20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 Pianificazione della rotazione dei ruoli: pianificare un sistema di rotazione ragionevole dei ruoli che permetta di allinearci con gli sprint dell’azienda.</a:t>
            </a: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2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 Gestione del tempo: Bilanciare impegni universitari e attività progettuali.</a:t>
            </a: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20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 Riprogettazione del sito e renderlo accessibile secondo le nostre conoscenze.</a:t>
            </a: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20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 Sviluppare un workflow efficace ed efficiente per i documenti che permetta di controllarli e rilasciarli in produzione solo quando sono approvati.</a:t>
            </a:r>
          </a:p>
          <a:p>
            <a:pPr marL="587428" lvl="1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20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 Tracciamento delle attività non direttamente collegate alla documentazione (Studio delle tecnologie)</a:t>
            </a: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it-IT" sz="3000" noProof="0" dirty="0">
              <a:solidFill>
                <a:srgbClr val="000000"/>
              </a:solidFill>
              <a:latin typeface="Overpass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>
            <a:extLst>
              <a:ext uri="{FF2B5EF4-FFF2-40B4-BE49-F238E27FC236}">
                <a16:creationId xmlns:a16="http://schemas.microsoft.com/office/drawing/2014/main" id="{F5702CEF-2064-56B0-3DF4-E8FB344C19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796991" y="-796988"/>
            <a:ext cx="3314701" cy="4908680"/>
          </a:xfrm>
          <a:prstGeom prst="rect">
            <a:avLst/>
          </a:prstGeom>
        </p:spPr>
      </p:pic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4955704" y="7197948"/>
            <a:ext cx="3468258" cy="3089052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207205" y="186979"/>
            <a:ext cx="19668373" cy="6690686"/>
            <a:chOff x="0" y="-16005"/>
            <a:chExt cx="26224497" cy="8920913"/>
          </a:xfrm>
        </p:grpSpPr>
        <p:sp>
          <p:nvSpPr>
            <p:cNvPr id="5" name="TextBox 5"/>
            <p:cNvSpPr txBox="1"/>
            <p:nvPr/>
          </p:nvSpPr>
          <p:spPr>
            <a:xfrm>
              <a:off x="638127" y="3646289"/>
              <a:ext cx="20145326" cy="525861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50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Qual è il miglior metodo per visualizzare il glossario?</a:t>
              </a:r>
            </a:p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50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Come fare a collegare il glossario ai documenti?</a:t>
              </a:r>
            </a:p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500" noProof="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Come gestire </a:t>
              </a:r>
              <a:r>
                <a:rPr lang="it-IT" sz="350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T</a:t>
              </a:r>
              <a:r>
                <a:rPr lang="it-IT" sz="3500" noProof="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o Do nei verbali (scrivere id nelle decisioni)?</a:t>
              </a:r>
            </a:p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50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Come gestire e organizzare gli sprint in modo ottimale? </a:t>
              </a:r>
            </a:p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50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Quale approccio adottare per apprendere </a:t>
              </a:r>
              <a:r>
                <a:rPr lang="it-IT" sz="350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nuove tecnologie</a:t>
              </a:r>
              <a:endParaRPr lang="it-IT" sz="3500" noProof="0" dirty="0">
                <a:solidFill>
                  <a:srgbClr val="000000"/>
                </a:solidFill>
                <a:latin typeface="Overpass"/>
                <a:ea typeface="Overpass"/>
                <a:cs typeface="Overpass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6005"/>
              <a:ext cx="26224497" cy="23707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12"/>
                </a:lnSpc>
              </a:pPr>
              <a:r>
                <a:rPr lang="it-IT" sz="9600" b="1" noProof="0" dirty="0">
                  <a:solidFill>
                    <a:srgbClr val="00000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DUBBI SU COME PROCEDERE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177</Words>
  <Application>Microsoft Office PowerPoint</Application>
  <PresentationFormat>Personalizzato</PresentationFormat>
  <Paragraphs>19</Paragraphs>
  <Slides>3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13" baseType="lpstr">
      <vt:lpstr>Tenor Sans</vt:lpstr>
      <vt:lpstr>Neue Montreal</vt:lpstr>
      <vt:lpstr>Neue Montreal Bold</vt:lpstr>
      <vt:lpstr>Calibri</vt:lpstr>
      <vt:lpstr>Wingdings</vt:lpstr>
      <vt:lpstr>Goudy</vt:lpstr>
      <vt:lpstr>Aptos</vt:lpstr>
      <vt:lpstr>Arial</vt:lpstr>
      <vt:lpstr>Overpass</vt:lpstr>
      <vt:lpstr>Office Theme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23</cp:revision>
  <dcterms:created xsi:type="dcterms:W3CDTF">2006-08-16T00:00:00Z</dcterms:created>
  <dcterms:modified xsi:type="dcterms:W3CDTF">2025-11-08T14:55:32Z</dcterms:modified>
  <dc:identifier>DAG2oYW1E2g</dc:identifier>
</cp:coreProperties>
</file>