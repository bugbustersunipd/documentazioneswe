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8288000" cy="10287000"/>
  <p:notesSz cx="6858000" cy="9144000"/>
  <p:embeddedFontLst>
    <p:embeddedFont>
      <p:font typeface="Goudy" panose="020B0604020202020204" charset="0"/>
      <p:regular r:id="rId6"/>
    </p:embeddedFont>
    <p:embeddedFont>
      <p:font typeface="Neue Montreal" panose="020B0604020202020204" charset="0"/>
      <p:regular r:id="rId7"/>
    </p:embeddedFont>
    <p:embeddedFont>
      <p:font typeface="Neue Montreal Bold" panose="020B0604020202020204" charset="0"/>
      <p:regular r:id="rId8"/>
    </p:embeddedFont>
    <p:embeddedFont>
      <p:font typeface="Overpass" panose="020B0604020202020204" charset="0"/>
      <p:regular r:id="rId9"/>
    </p:embeddedFont>
    <p:embeddedFont>
      <p:font typeface="Tenor Sans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16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14/11/2025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6506" y="8229031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3105150"/>
            <a:ext cx="14665662" cy="409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DIARIO DI BORDO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453182" y="8229030"/>
            <a:ext cx="9381636" cy="118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3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3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3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  <a:p>
            <a:pPr algn="l">
              <a:lnSpc>
                <a:spcPts val="3220"/>
              </a:lnSpc>
            </a:pPr>
            <a:r>
              <a:rPr lang="it-IT" sz="23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Docente: 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Tullio Vardanega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7434" y="7916545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4955704" y="7197948"/>
            <a:ext cx="3468258" cy="3089052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360731" y="208677"/>
            <a:ext cx="17566537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07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10000" b="1" noProof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DIFFICOLTÀ </a:t>
              </a:r>
              <a:r>
                <a:rPr lang="it-IT" sz="10000" b="1" noProof="0" dirty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INCONTRATE</a:t>
              </a: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533400" y="2546569"/>
            <a:ext cx="15773400" cy="6981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4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Pianificazione della rotazione dei ruoli: pianificare un sistema di rotazione ragionevole dei ruoli che permetta di allinearci con gli sprint dell’azienda.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4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Gestione del tempo: bilanciare impegni universitari e attività progettuali.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4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Riprogettazione del sito e renderlo accessibile secondo le nostre conoscenze.</a:t>
            </a: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4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Sviluppare un workflow efficace ed efficiente per i documenti che permetta di controllarli e rilasciarli in produzione solo quando sono approvati.</a:t>
            </a:r>
          </a:p>
          <a:p>
            <a:pPr marL="244528" lvl="1">
              <a:lnSpc>
                <a:spcPct val="150000"/>
              </a:lnSpc>
            </a:pPr>
            <a:endParaRPr lang="it-IT" sz="3400" dirty="0">
              <a:solidFill>
                <a:srgbClr val="000000"/>
              </a:solidFill>
              <a:latin typeface="Overpass"/>
              <a:ea typeface="Overpass"/>
              <a:cs typeface="Arial" panose="020B0604020202020204" pitchFamily="34" charset="0"/>
              <a:sym typeface="Overpass"/>
            </a:endParaRPr>
          </a:p>
          <a:p>
            <a:pPr marL="587428" lvl="1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it-IT" sz="3000" noProof="0" dirty="0">
              <a:solidFill>
                <a:srgbClr val="000000"/>
              </a:solidFill>
              <a:latin typeface="Overpass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>
            <a:extLst>
              <a:ext uri="{FF2B5EF4-FFF2-40B4-BE49-F238E27FC236}">
                <a16:creationId xmlns:a16="http://schemas.microsoft.com/office/drawing/2014/main" id="{F5702CEF-2064-56B0-3DF4-E8FB344C19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796991" y="-796988"/>
            <a:ext cx="3314701" cy="4908680"/>
          </a:xfrm>
          <a:prstGeom prst="rect">
            <a:avLst/>
          </a:prstGeom>
        </p:spPr>
      </p:pic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4955704" y="7197948"/>
            <a:ext cx="3468258" cy="3089052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207205" y="186979"/>
            <a:ext cx="19668373" cy="7542008"/>
            <a:chOff x="0" y="-16005"/>
            <a:chExt cx="26224497" cy="10056009"/>
          </a:xfrm>
        </p:grpSpPr>
        <p:sp>
          <p:nvSpPr>
            <p:cNvPr id="5" name="TextBox 5"/>
            <p:cNvSpPr txBox="1"/>
            <p:nvPr/>
          </p:nvSpPr>
          <p:spPr>
            <a:xfrm>
              <a:off x="638127" y="3646289"/>
              <a:ext cx="20145326" cy="639371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Qual è il miglior metodo per visualizzare il glossario?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Come fare a collegare il glossario ai documenti?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Come gestire e organizzare gli sprint in modo ottimale? </a:t>
              </a:r>
            </a:p>
            <a:p>
              <a:pPr marL="988744" lvl="1" indent="-5715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500" dirty="0">
                  <a:solidFill>
                    <a:srgbClr val="000000"/>
                  </a:solidFill>
                  <a:latin typeface="Overpass"/>
                  <a:ea typeface="Overpass"/>
                  <a:cs typeface="Overpass"/>
                  <a:sym typeface="Overpass"/>
                </a:rPr>
                <a:t>Quale approccio adottare per apprendere nuove tecnologie?</a:t>
              </a:r>
            </a:p>
            <a:p>
              <a:pPr marL="988744" lvl="1" indent="-57150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600" dirty="0">
                  <a:solidFill>
                    <a:srgbClr val="000000"/>
                  </a:solidFill>
                  <a:latin typeface="Overpass"/>
                  <a:ea typeface="Overpass"/>
                  <a:cs typeface="Arial" panose="020B0604020202020204" pitchFamily="34" charset="0"/>
                  <a:sym typeface="Overpass"/>
                </a:rPr>
                <a:t>Tracciamento delle attività non direttamente collegate alla documentazione (es: studio delle tecnologie)?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6005"/>
              <a:ext cx="26224497" cy="23707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9600" b="1" noProof="0" dirty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DUBBI SU COME PROCEDERE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</Words>
  <Application>Microsoft Office PowerPoint</Application>
  <PresentationFormat>Personalizzato</PresentationFormat>
  <Paragraphs>18</Paragraphs>
  <Slides>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13" baseType="lpstr">
      <vt:lpstr>Goudy</vt:lpstr>
      <vt:lpstr>Aptos</vt:lpstr>
      <vt:lpstr>Arial</vt:lpstr>
      <vt:lpstr>Neue Montreal Bold</vt:lpstr>
      <vt:lpstr>Tenor Sans</vt:lpstr>
      <vt:lpstr>Overpass</vt:lpstr>
      <vt:lpstr>Neue Montreal</vt:lpstr>
      <vt:lpstr>Calibri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27</cp:revision>
  <dcterms:created xsi:type="dcterms:W3CDTF">2006-08-16T00:00:00Z</dcterms:created>
  <dcterms:modified xsi:type="dcterms:W3CDTF">2025-11-14T08:20:59Z</dcterms:modified>
  <dc:identifier>DAG2oYW1E2g</dc:identifier>
</cp:coreProperties>
</file>