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Neue Montreal Bold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Tenor San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666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533400" y="2546569"/>
            <a:ext cx="15773400" cy="5820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600" b="1" dirty="0">
                <a:sym typeface="Overpass"/>
              </a:rPr>
              <a:t>Ripetizioni/separazione contenuti in Norme di Progetto</a:t>
            </a:r>
            <a:r>
              <a:rPr lang="it-IT" sz="3600" b="1" dirty="0"/>
              <a:t>: </a:t>
            </a:r>
            <a:r>
              <a:rPr lang="it-IT" sz="3600" dirty="0"/>
              <a:t>nonostante alcune sezioni parlano degli stessi strumenti e pratiche utilizzate, ci si concentra su diversi aspetti. Ad esempio i processi di supporto sono affiancati da processi organizzativi e molto spesso si rischia di mischiare gli argomenti. </a:t>
            </a: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600" b="1" dirty="0"/>
              <a:t>Rispettare i ruoli:</a:t>
            </a:r>
            <a:r>
              <a:rPr lang="it-IT" sz="3600" dirty="0"/>
              <a:t> nonostante ci prefissiamo ruoli per ogni sprint a volte risulta più semplice continuare a redigere i documenti con i ruoli dello sprint precedente (risulta difficile e dispendioso «passarsi il testimone»).</a:t>
            </a: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5839299"/>
            <a:chOff x="0" y="-16005"/>
            <a:chExt cx="26224497" cy="7785731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41234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Come definire standard per </a:t>
              </a:r>
              <a:r>
                <a:rPr lang="it-IT" sz="34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accettabilità e ottimalità per le caratteristiche della qualità del prodotto. Da discuterne con l’azienda?</a:t>
              </a:r>
            </a:p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400" dirty="0">
                  <a:solidFill>
                    <a:srgbClr val="000000"/>
                  </a:solidFill>
                  <a:latin typeface="Overpass"/>
                  <a:cs typeface="Arial" panose="020B0604020202020204" pitchFamily="34" charset="0"/>
                  <a:sym typeface="Overpass"/>
                </a:rPr>
                <a:t>Influenza dei requisiti opzionali sulla scrittura dei requisiti obbligatori.</a:t>
              </a:r>
            </a:p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159</Words>
  <Application>Microsoft Office PowerPoint</Application>
  <PresentationFormat>Personalizzato</PresentationFormat>
  <Paragraphs>13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3" baseType="lpstr">
      <vt:lpstr>Neue Montreal Bold</vt:lpstr>
      <vt:lpstr>Wingdings</vt:lpstr>
      <vt:lpstr>Calibri</vt:lpstr>
      <vt:lpstr>Goudy</vt:lpstr>
      <vt:lpstr>Aptos</vt:lpstr>
      <vt:lpstr>Tenor Sans</vt:lpstr>
      <vt:lpstr>Arial</vt:lpstr>
      <vt:lpstr>Neue Montreal</vt:lpstr>
      <vt:lpstr>Overpass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Marco Favero</cp:lastModifiedBy>
  <cp:revision>38</cp:revision>
  <dcterms:created xsi:type="dcterms:W3CDTF">2006-08-16T00:00:00Z</dcterms:created>
  <dcterms:modified xsi:type="dcterms:W3CDTF">2025-12-11T14:22:23Z</dcterms:modified>
  <dc:identifier>DAG2oYW1E2g</dc:identifier>
</cp:coreProperties>
</file>